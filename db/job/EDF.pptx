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7"/>
  </p:notesMasterIdLst>
  <p:sldIdLst>
    <p:sldId id="509" r:id="rId5"/>
    <p:sldId id="510" r:id="rId6"/>
  </p:sldIdLst>
  <p:sldSz cx="6858000" cy="9144000" type="screen4x3"/>
  <p:notesSz cx="6811963" cy="99425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achs, Justine" initials="FJ" lastIdx="14" clrIdx="0">
    <p:extLst>
      <p:ext uri="{19B8F6BF-5375-455C-9EA6-DF929625EA0E}">
        <p15:presenceInfo xmlns:p15="http://schemas.microsoft.com/office/powerpoint/2012/main" userId="S::justine.flachs@bearingpoint.com::2b768fe3-877b-4328-9d57-8645c98c61b7" providerId="AD"/>
      </p:ext>
    </p:extLst>
  </p:cmAuthor>
  <p:cmAuthor id="2" name="PIGEON Alain" initials="PA" lastIdx="17" clrIdx="1">
    <p:extLst>
      <p:ext uri="{19B8F6BF-5375-455C-9EA6-DF929625EA0E}">
        <p15:presenceInfo xmlns:p15="http://schemas.microsoft.com/office/powerpoint/2012/main" userId="S-1-5-21-2415383333-406384120-3540199839-94647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648C"/>
    <a:srgbClr val="4F81BD"/>
    <a:srgbClr val="FE5815"/>
    <a:srgbClr val="09357A"/>
    <a:srgbClr val="D5376B"/>
    <a:srgbClr val="FFA02F"/>
    <a:srgbClr val="C4D600"/>
    <a:srgbClr val="D9D9D9"/>
    <a:srgbClr val="D00548"/>
    <a:srgbClr val="1A7C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B080AF-F9FD-48F7-8F5E-11AEB3D2E8B4}" v="56" dt="2019-11-15T13:25:25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76" autoAdjust="0"/>
    <p:restoredTop sz="93286" autoAdjust="0"/>
  </p:normalViewPr>
  <p:slideViewPr>
    <p:cSldViewPr snapToGrid="0">
      <p:cViewPr varScale="1">
        <p:scale>
          <a:sx n="61" d="100"/>
          <a:sy n="61" d="100"/>
        </p:scale>
        <p:origin x="2850" y="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achs, Justine" userId="2b768fe3-877b-4328-9d57-8645c98c61b7" providerId="ADAL" clId="{9A6D9F61-B41D-480A-8AD2-49FEE8E8FF61}"/>
    <pc:docChg chg="undo custSel modSld">
      <pc:chgData name="Flachs, Justine" userId="2b768fe3-877b-4328-9d57-8645c98c61b7" providerId="ADAL" clId="{9A6D9F61-B41D-480A-8AD2-49FEE8E8FF61}" dt="2019-11-13T16:28:20.246" v="224" actId="20577"/>
      <pc:docMkLst>
        <pc:docMk/>
      </pc:docMkLst>
      <pc:sldChg chg="addSp delSp modSp">
        <pc:chgData name="Flachs, Justine" userId="2b768fe3-877b-4328-9d57-8645c98c61b7" providerId="ADAL" clId="{9A6D9F61-B41D-480A-8AD2-49FEE8E8FF61}" dt="2019-11-13T16:28:20.246" v="224" actId="20577"/>
        <pc:sldMkLst>
          <pc:docMk/>
          <pc:sldMk cId="3368475649" sldId="511"/>
        </pc:sldMkLst>
        <pc:grpChg chg="add del">
          <ac:chgData name="Flachs, Justine" userId="2b768fe3-877b-4328-9d57-8645c98c61b7" providerId="ADAL" clId="{9A6D9F61-B41D-480A-8AD2-49FEE8E8FF61}" dt="2019-11-13T16:27:58.153" v="213" actId="478"/>
          <ac:grpSpMkLst>
            <pc:docMk/>
            <pc:sldMk cId="3368475649" sldId="511"/>
            <ac:grpSpMk id="64" creationId="{A11816D7-A2B3-4C58-B355-78A9A8F19578}"/>
          </ac:grpSpMkLst>
        </pc:grpChg>
        <pc:grpChg chg="add del">
          <ac:chgData name="Flachs, Justine" userId="2b768fe3-877b-4328-9d57-8645c98c61b7" providerId="ADAL" clId="{9A6D9F61-B41D-480A-8AD2-49FEE8E8FF61}" dt="2019-11-13T16:27:58.153" v="213" actId="478"/>
          <ac:grpSpMkLst>
            <pc:docMk/>
            <pc:sldMk cId="3368475649" sldId="511"/>
            <ac:grpSpMk id="69" creationId="{2636BFF2-48EA-4926-8B12-08AA3A44DE62}"/>
          </ac:grpSpMkLst>
        </pc:grpChg>
        <pc:grpChg chg="del">
          <ac:chgData name="Flachs, Justine" userId="2b768fe3-877b-4328-9d57-8645c98c61b7" providerId="ADAL" clId="{9A6D9F61-B41D-480A-8AD2-49FEE8E8FF61}" dt="2019-11-13T16:26:21.137" v="203" actId="478"/>
          <ac:grpSpMkLst>
            <pc:docMk/>
            <pc:sldMk cId="3368475649" sldId="511"/>
            <ac:grpSpMk id="98" creationId="{F8AEABE9-8700-440C-8BAE-2D88EFF055D5}"/>
          </ac:grpSpMkLst>
        </pc:grpChg>
        <pc:grpChg chg="add del">
          <ac:chgData name="Flachs, Justine" userId="2b768fe3-877b-4328-9d57-8645c98c61b7" providerId="ADAL" clId="{9A6D9F61-B41D-480A-8AD2-49FEE8E8FF61}" dt="2019-11-13T16:27:58.153" v="213" actId="478"/>
          <ac:grpSpMkLst>
            <pc:docMk/>
            <pc:sldMk cId="3368475649" sldId="511"/>
            <ac:grpSpMk id="104" creationId="{F1BBE5BD-B641-49FE-BD1E-1A7B42C6C8B6}"/>
          </ac:grpSpMkLst>
        </pc:grpChg>
        <pc:grpChg chg="add mod">
          <ac:chgData name="Flachs, Justine" userId="2b768fe3-877b-4328-9d57-8645c98c61b7" providerId="ADAL" clId="{9A6D9F61-B41D-480A-8AD2-49FEE8E8FF61}" dt="2019-11-13T16:26:37.660" v="208" actId="1076"/>
          <ac:grpSpMkLst>
            <pc:docMk/>
            <pc:sldMk cId="3368475649" sldId="511"/>
            <ac:grpSpMk id="130" creationId="{0EC90EC6-8B84-439E-9666-23DA00DF44E3}"/>
          </ac:grpSpMkLst>
        </pc:grpChg>
        <pc:graphicFrameChg chg="mod modGraphic">
          <ac:chgData name="Flachs, Justine" userId="2b768fe3-877b-4328-9d57-8645c98c61b7" providerId="ADAL" clId="{9A6D9F61-B41D-480A-8AD2-49FEE8E8FF61}" dt="2019-11-13T16:26:45.794" v="209" actId="20577"/>
          <ac:graphicFrameMkLst>
            <pc:docMk/>
            <pc:sldMk cId="3368475649" sldId="511"/>
            <ac:graphicFrameMk id="73" creationId="{7105FAE7-CA4E-4B94-BF63-4C191F8CFDDD}"/>
          </ac:graphicFrameMkLst>
        </pc:graphicFrameChg>
        <pc:graphicFrameChg chg="modGraphic">
          <ac:chgData name="Flachs, Justine" userId="2b768fe3-877b-4328-9d57-8645c98c61b7" providerId="ADAL" clId="{9A6D9F61-B41D-480A-8AD2-49FEE8E8FF61}" dt="2019-11-13T16:27:54.901" v="212" actId="6549"/>
          <ac:graphicFrameMkLst>
            <pc:docMk/>
            <pc:sldMk cId="3368475649" sldId="511"/>
            <ac:graphicFrameMk id="99" creationId="{818F46CD-D9BE-4FA4-BEF9-3F7485D44DC7}"/>
          </ac:graphicFrameMkLst>
        </pc:graphicFrameChg>
        <pc:graphicFrameChg chg="modGraphic">
          <ac:chgData name="Flachs, Justine" userId="2b768fe3-877b-4328-9d57-8645c98c61b7" providerId="ADAL" clId="{9A6D9F61-B41D-480A-8AD2-49FEE8E8FF61}" dt="2019-11-13T16:28:20.246" v="224" actId="20577"/>
          <ac:graphicFrameMkLst>
            <pc:docMk/>
            <pc:sldMk cId="3368475649" sldId="511"/>
            <ac:graphicFrameMk id="111" creationId="{E454DC07-64A0-4D2F-8746-2FF3D8BAF635}"/>
          </ac:graphicFrameMkLst>
        </pc:graphicFrameChg>
      </pc:sldChg>
    </pc:docChg>
  </pc:docChgLst>
  <pc:docChgLst>
    <pc:chgData name="Flachs, Justine" userId="2b768fe3-877b-4328-9d57-8645c98c61b7" providerId="ADAL" clId="{AAB080AF-F9FD-48F7-8F5E-11AEB3D2E8B4}"/>
    <pc:docChg chg="undo custSel modSld">
      <pc:chgData name="Flachs, Justine" userId="2b768fe3-877b-4328-9d57-8645c98c61b7" providerId="ADAL" clId="{AAB080AF-F9FD-48F7-8F5E-11AEB3D2E8B4}" dt="2019-11-22T14:22:29.482" v="1916" actId="20577"/>
      <pc:docMkLst>
        <pc:docMk/>
      </pc:docMkLst>
      <pc:sldChg chg="modSp">
        <pc:chgData name="Flachs, Justine" userId="2b768fe3-877b-4328-9d57-8645c98c61b7" providerId="ADAL" clId="{AAB080AF-F9FD-48F7-8F5E-11AEB3D2E8B4}" dt="2019-11-22T14:22:29.482" v="1916" actId="20577"/>
        <pc:sldMkLst>
          <pc:docMk/>
          <pc:sldMk cId="2580432848" sldId="506"/>
        </pc:sldMkLst>
        <pc:spChg chg="mod">
          <ac:chgData name="Flachs, Justine" userId="2b768fe3-877b-4328-9d57-8645c98c61b7" providerId="ADAL" clId="{AAB080AF-F9FD-48F7-8F5E-11AEB3D2E8B4}" dt="2019-11-22T14:21:15.652" v="1895" actId="20577"/>
          <ac:spMkLst>
            <pc:docMk/>
            <pc:sldMk cId="2580432848" sldId="506"/>
            <ac:spMk id="12" creationId="{00000000-0000-0000-0000-000000000000}"/>
          </ac:spMkLst>
        </pc:spChg>
        <pc:graphicFrameChg chg="modGraphic">
          <ac:chgData name="Flachs, Justine" userId="2b768fe3-877b-4328-9d57-8645c98c61b7" providerId="ADAL" clId="{AAB080AF-F9FD-48F7-8F5E-11AEB3D2E8B4}" dt="2019-11-22T14:22:29.482" v="1916" actId="20577"/>
          <ac:graphicFrameMkLst>
            <pc:docMk/>
            <pc:sldMk cId="2580432848" sldId="506"/>
            <ac:graphicFrameMk id="2" creationId="{87FAFDFB-0A60-440C-A39D-9E92E123758B}"/>
          </ac:graphicFrameMkLst>
        </pc:graphicFrameChg>
      </pc:sldChg>
      <pc:sldChg chg="delSp modSp">
        <pc:chgData name="Flachs, Justine" userId="2b768fe3-877b-4328-9d57-8645c98c61b7" providerId="ADAL" clId="{AAB080AF-F9FD-48F7-8F5E-11AEB3D2E8B4}" dt="2019-11-15T13:24:37.517" v="1880" actId="478"/>
        <pc:sldMkLst>
          <pc:docMk/>
          <pc:sldMk cId="2878004018" sldId="507"/>
        </pc:sldMkLst>
        <pc:grpChg chg="del">
          <ac:chgData name="Flachs, Justine" userId="2b768fe3-877b-4328-9d57-8645c98c61b7" providerId="ADAL" clId="{AAB080AF-F9FD-48F7-8F5E-11AEB3D2E8B4}" dt="2019-11-15T13:24:37.517" v="1880" actId="478"/>
          <ac:grpSpMkLst>
            <pc:docMk/>
            <pc:sldMk cId="2878004018" sldId="507"/>
            <ac:grpSpMk id="64" creationId="{A11816D7-A2B3-4C58-B355-78A9A8F19578}"/>
          </ac:grpSpMkLst>
        </pc:grpChg>
        <pc:grpChg chg="del">
          <ac:chgData name="Flachs, Justine" userId="2b768fe3-877b-4328-9d57-8645c98c61b7" providerId="ADAL" clId="{AAB080AF-F9FD-48F7-8F5E-11AEB3D2E8B4}" dt="2019-11-15T13:24:37.517" v="1880" actId="478"/>
          <ac:grpSpMkLst>
            <pc:docMk/>
            <pc:sldMk cId="2878004018" sldId="507"/>
            <ac:grpSpMk id="69" creationId="{2636BFF2-48EA-4926-8B12-08AA3A44DE62}"/>
          </ac:grpSpMkLst>
        </pc:grpChg>
        <pc:grpChg chg="del">
          <ac:chgData name="Flachs, Justine" userId="2b768fe3-877b-4328-9d57-8645c98c61b7" providerId="ADAL" clId="{AAB080AF-F9FD-48F7-8F5E-11AEB3D2E8B4}" dt="2019-11-15T13:24:37.517" v="1880" actId="478"/>
          <ac:grpSpMkLst>
            <pc:docMk/>
            <pc:sldMk cId="2878004018" sldId="507"/>
            <ac:grpSpMk id="104" creationId="{F1BBE5BD-B641-49FE-BD1E-1A7B42C6C8B6}"/>
          </ac:grpSpMkLst>
        </pc:grpChg>
        <pc:graphicFrameChg chg="del">
          <ac:chgData name="Flachs, Justine" userId="2b768fe3-877b-4328-9d57-8645c98c61b7" providerId="ADAL" clId="{AAB080AF-F9FD-48F7-8F5E-11AEB3D2E8B4}" dt="2019-11-15T13:24:37.517" v="1880" actId="478"/>
          <ac:graphicFrameMkLst>
            <pc:docMk/>
            <pc:sldMk cId="2878004018" sldId="507"/>
            <ac:graphicFrameMk id="99" creationId="{818F46CD-D9BE-4FA4-BEF9-3F7485D44DC7}"/>
          </ac:graphicFrameMkLst>
        </pc:graphicFrameChg>
        <pc:graphicFrameChg chg="mod">
          <ac:chgData name="Flachs, Justine" userId="2b768fe3-877b-4328-9d57-8645c98c61b7" providerId="ADAL" clId="{AAB080AF-F9FD-48F7-8F5E-11AEB3D2E8B4}" dt="2019-11-15T13:06:08.006" v="1359" actId="12385"/>
          <ac:graphicFrameMkLst>
            <pc:docMk/>
            <pc:sldMk cId="2878004018" sldId="507"/>
            <ac:graphicFrameMk id="111" creationId="{E454DC07-64A0-4D2F-8746-2FF3D8BAF635}"/>
          </ac:graphicFrameMkLst>
        </pc:graphicFrameChg>
      </pc:sldChg>
      <pc:sldChg chg="modSp">
        <pc:chgData name="Flachs, Justine" userId="2b768fe3-877b-4328-9d57-8645c98c61b7" providerId="ADAL" clId="{AAB080AF-F9FD-48F7-8F5E-11AEB3D2E8B4}" dt="2019-11-22T14:15:22.479" v="1884" actId="20577"/>
        <pc:sldMkLst>
          <pc:docMk/>
          <pc:sldMk cId="2327923326" sldId="508"/>
        </pc:sldMkLst>
        <pc:spChg chg="mod">
          <ac:chgData name="Flachs, Justine" userId="2b768fe3-877b-4328-9d57-8645c98c61b7" providerId="ADAL" clId="{AAB080AF-F9FD-48F7-8F5E-11AEB3D2E8B4}" dt="2019-11-15T10:39:57.816" v="126" actId="20577"/>
          <ac:spMkLst>
            <pc:docMk/>
            <pc:sldMk cId="2327923326" sldId="508"/>
            <ac:spMk id="12" creationId="{00000000-0000-0000-0000-000000000000}"/>
          </ac:spMkLst>
        </pc:spChg>
        <pc:graphicFrameChg chg="mod modGraphic">
          <ac:chgData name="Flachs, Justine" userId="2b768fe3-877b-4328-9d57-8645c98c61b7" providerId="ADAL" clId="{AAB080AF-F9FD-48F7-8F5E-11AEB3D2E8B4}" dt="2019-11-22T14:15:22.479" v="1884" actId="20577"/>
          <ac:graphicFrameMkLst>
            <pc:docMk/>
            <pc:sldMk cId="2327923326" sldId="508"/>
            <ac:graphicFrameMk id="2" creationId="{87FAFDFB-0A60-440C-A39D-9E92E123758B}"/>
          </ac:graphicFrameMkLst>
        </pc:graphicFrameChg>
      </pc:sldChg>
      <pc:sldChg chg="modSp">
        <pc:chgData name="Flachs, Justine" userId="2b768fe3-877b-4328-9d57-8645c98c61b7" providerId="ADAL" clId="{AAB080AF-F9FD-48F7-8F5E-11AEB3D2E8B4}" dt="2019-11-22T14:19:30.839" v="1887" actId="20577"/>
        <pc:sldMkLst>
          <pc:docMk/>
          <pc:sldMk cId="129867000" sldId="509"/>
        </pc:sldMkLst>
        <pc:spChg chg="mod">
          <ac:chgData name="Flachs, Justine" userId="2b768fe3-877b-4328-9d57-8645c98c61b7" providerId="ADAL" clId="{AAB080AF-F9FD-48F7-8F5E-11AEB3D2E8B4}" dt="2019-11-15T13:16:25.975" v="1741" actId="20577"/>
          <ac:spMkLst>
            <pc:docMk/>
            <pc:sldMk cId="129867000" sldId="509"/>
            <ac:spMk id="12" creationId="{00000000-0000-0000-0000-000000000000}"/>
          </ac:spMkLst>
        </pc:spChg>
        <pc:graphicFrameChg chg="mod modGraphic">
          <ac:chgData name="Flachs, Justine" userId="2b768fe3-877b-4328-9d57-8645c98c61b7" providerId="ADAL" clId="{AAB080AF-F9FD-48F7-8F5E-11AEB3D2E8B4}" dt="2019-11-22T14:19:30.839" v="1887" actId="20577"/>
          <ac:graphicFrameMkLst>
            <pc:docMk/>
            <pc:sldMk cId="129867000" sldId="509"/>
            <ac:graphicFrameMk id="2" creationId="{87FAFDFB-0A60-440C-A39D-9E92E123758B}"/>
          </ac:graphicFrameMkLst>
        </pc:graphicFrameChg>
      </pc:sldChg>
      <pc:sldChg chg="addSp delSp modSp">
        <pc:chgData name="Flachs, Justine" userId="2b768fe3-877b-4328-9d57-8645c98c61b7" providerId="ADAL" clId="{AAB080AF-F9FD-48F7-8F5E-11AEB3D2E8B4}" dt="2019-11-22T14:20:54.097" v="1888" actId="20577"/>
        <pc:sldMkLst>
          <pc:docMk/>
          <pc:sldMk cId="3226724056" sldId="510"/>
        </pc:sldMkLst>
        <pc:grpChg chg="del">
          <ac:chgData name="Flachs, Justine" userId="2b768fe3-877b-4328-9d57-8645c98c61b7" providerId="ADAL" clId="{AAB080AF-F9FD-48F7-8F5E-11AEB3D2E8B4}" dt="2019-11-15T13:18:26.930" v="1818" actId="478"/>
          <ac:grpSpMkLst>
            <pc:docMk/>
            <pc:sldMk cId="3226724056" sldId="510"/>
            <ac:grpSpMk id="64" creationId="{A11816D7-A2B3-4C58-B355-78A9A8F19578}"/>
          </ac:grpSpMkLst>
        </pc:grpChg>
        <pc:grpChg chg="del">
          <ac:chgData name="Flachs, Justine" userId="2b768fe3-877b-4328-9d57-8645c98c61b7" providerId="ADAL" clId="{AAB080AF-F9FD-48F7-8F5E-11AEB3D2E8B4}" dt="2019-11-15T13:18:26.930" v="1818" actId="478"/>
          <ac:grpSpMkLst>
            <pc:docMk/>
            <pc:sldMk cId="3226724056" sldId="510"/>
            <ac:grpSpMk id="69" creationId="{2636BFF2-48EA-4926-8B12-08AA3A44DE62}"/>
          </ac:grpSpMkLst>
        </pc:grpChg>
        <pc:grpChg chg="del">
          <ac:chgData name="Flachs, Justine" userId="2b768fe3-877b-4328-9d57-8645c98c61b7" providerId="ADAL" clId="{AAB080AF-F9FD-48F7-8F5E-11AEB3D2E8B4}" dt="2019-11-15T13:11:37.973" v="1562" actId="478"/>
          <ac:grpSpMkLst>
            <pc:docMk/>
            <pc:sldMk cId="3226724056" sldId="510"/>
            <ac:grpSpMk id="78" creationId="{FA153AFE-8DCF-4848-8C51-00E902BF5AF2}"/>
          </ac:grpSpMkLst>
        </pc:grpChg>
        <pc:grpChg chg="del">
          <ac:chgData name="Flachs, Justine" userId="2b768fe3-877b-4328-9d57-8645c98c61b7" providerId="ADAL" clId="{AAB080AF-F9FD-48F7-8F5E-11AEB3D2E8B4}" dt="2019-11-15T13:14:23.599" v="1709" actId="478"/>
          <ac:grpSpMkLst>
            <pc:docMk/>
            <pc:sldMk cId="3226724056" sldId="510"/>
            <ac:grpSpMk id="83" creationId="{1FEAC1A6-E2C2-40FA-AB55-5B6A2D5B2A6A}"/>
          </ac:grpSpMkLst>
        </pc:grpChg>
        <pc:grpChg chg="del">
          <ac:chgData name="Flachs, Justine" userId="2b768fe3-877b-4328-9d57-8645c98c61b7" providerId="ADAL" clId="{AAB080AF-F9FD-48F7-8F5E-11AEB3D2E8B4}" dt="2019-11-15T13:14:44.513" v="1714" actId="478"/>
          <ac:grpSpMkLst>
            <pc:docMk/>
            <pc:sldMk cId="3226724056" sldId="510"/>
            <ac:grpSpMk id="88" creationId="{91528042-DBBE-4D54-8807-8FC242F31949}"/>
          </ac:grpSpMkLst>
        </pc:grpChg>
        <pc:grpChg chg="mod">
          <ac:chgData name="Flachs, Justine" userId="2b768fe3-877b-4328-9d57-8645c98c61b7" providerId="ADAL" clId="{AAB080AF-F9FD-48F7-8F5E-11AEB3D2E8B4}" dt="2019-11-15T13:18:53.122" v="1844" actId="465"/>
          <ac:grpSpMkLst>
            <pc:docMk/>
            <pc:sldMk cId="3226724056" sldId="510"/>
            <ac:grpSpMk id="93" creationId="{CEE62B64-A3E5-4F65-94D0-419996FF047C}"/>
          </ac:grpSpMkLst>
        </pc:grpChg>
        <pc:grpChg chg="mod">
          <ac:chgData name="Flachs, Justine" userId="2b768fe3-877b-4328-9d57-8645c98c61b7" providerId="ADAL" clId="{AAB080AF-F9FD-48F7-8F5E-11AEB3D2E8B4}" dt="2019-11-15T13:18:58.257" v="1846" actId="465"/>
          <ac:grpSpMkLst>
            <pc:docMk/>
            <pc:sldMk cId="3226724056" sldId="510"/>
            <ac:grpSpMk id="98" creationId="{F8AEABE9-8700-440C-8BAE-2D88EFF055D5}"/>
          </ac:grpSpMkLst>
        </pc:grpChg>
        <pc:grpChg chg="del">
          <ac:chgData name="Flachs, Justine" userId="2b768fe3-877b-4328-9d57-8645c98c61b7" providerId="ADAL" clId="{AAB080AF-F9FD-48F7-8F5E-11AEB3D2E8B4}" dt="2019-11-15T13:18:26.930" v="1818" actId="478"/>
          <ac:grpSpMkLst>
            <pc:docMk/>
            <pc:sldMk cId="3226724056" sldId="510"/>
            <ac:grpSpMk id="104" creationId="{F1BBE5BD-B641-49FE-BD1E-1A7B42C6C8B6}"/>
          </ac:grpSpMkLst>
        </pc:grpChg>
        <pc:grpChg chg="del">
          <ac:chgData name="Flachs, Justine" userId="2b768fe3-877b-4328-9d57-8645c98c61b7" providerId="ADAL" clId="{AAB080AF-F9FD-48F7-8F5E-11AEB3D2E8B4}" dt="2019-11-15T13:12:14.756" v="1574" actId="478"/>
          <ac:grpSpMkLst>
            <pc:docMk/>
            <pc:sldMk cId="3226724056" sldId="510"/>
            <ac:grpSpMk id="109" creationId="{AF2169A0-01B2-4537-A7FB-72291E3C65A9}"/>
          </ac:grpSpMkLst>
        </pc:grpChg>
        <pc:grpChg chg="mod">
          <ac:chgData name="Flachs, Justine" userId="2b768fe3-877b-4328-9d57-8645c98c61b7" providerId="ADAL" clId="{AAB080AF-F9FD-48F7-8F5E-11AEB3D2E8B4}" dt="2019-11-15T13:18:53.122" v="1844" actId="465"/>
          <ac:grpSpMkLst>
            <pc:docMk/>
            <pc:sldMk cId="3226724056" sldId="510"/>
            <ac:grpSpMk id="115" creationId="{DC37DB31-8BDC-44E7-B5CB-8E3CBCCCB5C7}"/>
          </ac:grpSpMkLst>
        </pc:grpChg>
        <pc:grpChg chg="mod">
          <ac:chgData name="Flachs, Justine" userId="2b768fe3-877b-4328-9d57-8645c98c61b7" providerId="ADAL" clId="{AAB080AF-F9FD-48F7-8F5E-11AEB3D2E8B4}" dt="2019-11-15T13:18:53.122" v="1844" actId="465"/>
          <ac:grpSpMkLst>
            <pc:docMk/>
            <pc:sldMk cId="3226724056" sldId="510"/>
            <ac:grpSpMk id="120" creationId="{5FA48BFE-FEE6-434F-9D66-1749157ECFFC}"/>
          </ac:grpSpMkLst>
        </pc:grpChg>
        <pc:grpChg chg="add mod">
          <ac:chgData name="Flachs, Justine" userId="2b768fe3-877b-4328-9d57-8645c98c61b7" providerId="ADAL" clId="{AAB080AF-F9FD-48F7-8F5E-11AEB3D2E8B4}" dt="2019-11-15T13:18:53.122" v="1844" actId="465"/>
          <ac:grpSpMkLst>
            <pc:docMk/>
            <pc:sldMk cId="3226724056" sldId="510"/>
            <ac:grpSpMk id="125" creationId="{8541A791-16E5-4819-93B3-ADFE3130DA22}"/>
          </ac:grpSpMkLst>
        </pc:grpChg>
        <pc:grpChg chg="add mod">
          <ac:chgData name="Flachs, Justine" userId="2b768fe3-877b-4328-9d57-8645c98c61b7" providerId="ADAL" clId="{AAB080AF-F9FD-48F7-8F5E-11AEB3D2E8B4}" dt="2019-11-15T13:18:58.257" v="1846" actId="465"/>
          <ac:grpSpMkLst>
            <pc:docMk/>
            <pc:sldMk cId="3226724056" sldId="510"/>
            <ac:grpSpMk id="130" creationId="{A57E4259-53BC-427C-9348-596617995830}"/>
          </ac:grpSpMkLst>
        </pc:grpChg>
        <pc:grpChg chg="add mod">
          <ac:chgData name="Flachs, Justine" userId="2b768fe3-877b-4328-9d57-8645c98c61b7" providerId="ADAL" clId="{AAB080AF-F9FD-48F7-8F5E-11AEB3D2E8B4}" dt="2019-11-15T13:18:58.257" v="1846" actId="465"/>
          <ac:grpSpMkLst>
            <pc:docMk/>
            <pc:sldMk cId="3226724056" sldId="510"/>
            <ac:grpSpMk id="135" creationId="{4F8EE1AE-DC9B-4664-8E06-176DE9C3C185}"/>
          </ac:grpSpMkLst>
        </pc:grpChg>
        <pc:grpChg chg="add mod">
          <ac:chgData name="Flachs, Justine" userId="2b768fe3-877b-4328-9d57-8645c98c61b7" providerId="ADAL" clId="{AAB080AF-F9FD-48F7-8F5E-11AEB3D2E8B4}" dt="2019-11-15T13:18:58.257" v="1846" actId="465"/>
          <ac:grpSpMkLst>
            <pc:docMk/>
            <pc:sldMk cId="3226724056" sldId="510"/>
            <ac:grpSpMk id="140" creationId="{4DB9174E-A78D-4E1F-BA24-8EA07E5D71D0}"/>
          </ac:grpSpMkLst>
        </pc:grpChg>
        <pc:grpChg chg="add mod">
          <ac:chgData name="Flachs, Justine" userId="2b768fe3-877b-4328-9d57-8645c98c61b7" providerId="ADAL" clId="{AAB080AF-F9FD-48F7-8F5E-11AEB3D2E8B4}" dt="2019-11-15T13:18:53.122" v="1844" actId="465"/>
          <ac:grpSpMkLst>
            <pc:docMk/>
            <pc:sldMk cId="3226724056" sldId="510"/>
            <ac:grpSpMk id="145" creationId="{AE4A72D9-F49A-4887-A015-93A892963875}"/>
          </ac:grpSpMkLst>
        </pc:grpChg>
        <pc:grpChg chg="mod">
          <ac:chgData name="Flachs, Justine" userId="2b768fe3-877b-4328-9d57-8645c98c61b7" providerId="ADAL" clId="{AAB080AF-F9FD-48F7-8F5E-11AEB3D2E8B4}" dt="2019-11-15T13:18:53.122" v="1844" actId="465"/>
          <ac:grpSpMkLst>
            <pc:docMk/>
            <pc:sldMk cId="3226724056" sldId="510"/>
            <ac:grpSpMk id="212" creationId="{5391887E-255D-4945-A64A-33010054628F}"/>
          </ac:grpSpMkLst>
        </pc:grpChg>
        <pc:grpChg chg="mod">
          <ac:chgData name="Flachs, Justine" userId="2b768fe3-877b-4328-9d57-8645c98c61b7" providerId="ADAL" clId="{AAB080AF-F9FD-48F7-8F5E-11AEB3D2E8B4}" dt="2019-11-15T13:18:58.257" v="1846" actId="465"/>
          <ac:grpSpMkLst>
            <pc:docMk/>
            <pc:sldMk cId="3226724056" sldId="510"/>
            <ac:grpSpMk id="215" creationId="{2FCDD7B8-0207-4873-892A-96647FEA5B9A}"/>
          </ac:grpSpMkLst>
        </pc:grpChg>
        <pc:graphicFrameChg chg="mod modGraphic">
          <ac:chgData name="Flachs, Justine" userId="2b768fe3-877b-4328-9d57-8645c98c61b7" providerId="ADAL" clId="{AAB080AF-F9FD-48F7-8F5E-11AEB3D2E8B4}" dt="2019-11-22T14:20:54.097" v="1888" actId="20577"/>
          <ac:graphicFrameMkLst>
            <pc:docMk/>
            <pc:sldMk cId="3226724056" sldId="510"/>
            <ac:graphicFrameMk id="73" creationId="{7105FAE7-CA4E-4B94-BF63-4C191F8CFDDD}"/>
          </ac:graphicFrameMkLst>
        </pc:graphicFrameChg>
        <pc:graphicFrameChg chg="del mod modGraphic">
          <ac:chgData name="Flachs, Justine" userId="2b768fe3-877b-4328-9d57-8645c98c61b7" providerId="ADAL" clId="{AAB080AF-F9FD-48F7-8F5E-11AEB3D2E8B4}" dt="2019-11-15T13:18:30.960" v="1819" actId="478"/>
          <ac:graphicFrameMkLst>
            <pc:docMk/>
            <pc:sldMk cId="3226724056" sldId="510"/>
            <ac:graphicFrameMk id="99" creationId="{818F46CD-D9BE-4FA4-BEF9-3F7485D44DC7}"/>
          </ac:graphicFrameMkLst>
        </pc:graphicFrameChg>
        <pc:graphicFrameChg chg="mod modGraphic">
          <ac:chgData name="Flachs, Justine" userId="2b768fe3-877b-4328-9d57-8645c98c61b7" providerId="ADAL" clId="{AAB080AF-F9FD-48F7-8F5E-11AEB3D2E8B4}" dt="2019-11-15T13:18:16.996" v="1817" actId="20577"/>
          <ac:graphicFrameMkLst>
            <pc:docMk/>
            <pc:sldMk cId="3226724056" sldId="510"/>
            <ac:graphicFrameMk id="111" creationId="{E454DC07-64A0-4D2F-8746-2FF3D8BAF635}"/>
          </ac:graphicFrameMkLst>
        </pc:graphicFrameChg>
      </pc:sldChg>
      <pc:sldChg chg="addSp delSp modSp">
        <pc:chgData name="Flachs, Justine" userId="2b768fe3-877b-4328-9d57-8645c98c61b7" providerId="ADAL" clId="{AAB080AF-F9FD-48F7-8F5E-11AEB3D2E8B4}" dt="2019-11-15T13:22:58.547" v="1878" actId="20577"/>
        <pc:sldMkLst>
          <pc:docMk/>
          <pc:sldMk cId="3368475649" sldId="511"/>
        </pc:sldMkLst>
        <pc:grpChg chg="add mod">
          <ac:chgData name="Flachs, Justine" userId="2b768fe3-877b-4328-9d57-8645c98c61b7" providerId="ADAL" clId="{AAB080AF-F9FD-48F7-8F5E-11AEB3D2E8B4}" dt="2019-11-15T13:06:58.511" v="1374" actId="1035"/>
          <ac:grpSpMkLst>
            <pc:docMk/>
            <pc:sldMk cId="3368475649" sldId="511"/>
            <ac:grpSpMk id="64" creationId="{F510B49E-8075-47CF-8E37-9D55CD0E4325}"/>
          </ac:grpSpMkLst>
        </pc:grpChg>
        <pc:grpChg chg="add mod">
          <ac:chgData name="Flachs, Justine" userId="2b768fe3-877b-4328-9d57-8645c98c61b7" providerId="ADAL" clId="{AAB080AF-F9FD-48F7-8F5E-11AEB3D2E8B4}" dt="2019-11-15T13:07:17.424" v="1385" actId="1036"/>
          <ac:grpSpMkLst>
            <pc:docMk/>
            <pc:sldMk cId="3368475649" sldId="511"/>
            <ac:grpSpMk id="69" creationId="{6479F1F4-B4ED-4EFA-A3FD-168EC7A509B5}"/>
          </ac:grpSpMkLst>
        </pc:grpChg>
        <pc:grpChg chg="mod">
          <ac:chgData name="Flachs, Justine" userId="2b768fe3-877b-4328-9d57-8645c98c61b7" providerId="ADAL" clId="{AAB080AF-F9FD-48F7-8F5E-11AEB3D2E8B4}" dt="2019-11-15T10:46:13.742" v="362" actId="1076"/>
          <ac:grpSpMkLst>
            <pc:docMk/>
            <pc:sldMk cId="3368475649" sldId="511"/>
            <ac:grpSpMk id="83" creationId="{1FEAC1A6-E2C2-40FA-AB55-5B6A2D5B2A6A}"/>
          </ac:grpSpMkLst>
        </pc:grpChg>
        <pc:grpChg chg="mod">
          <ac:chgData name="Flachs, Justine" userId="2b768fe3-877b-4328-9d57-8645c98c61b7" providerId="ADAL" clId="{AAB080AF-F9FD-48F7-8F5E-11AEB3D2E8B4}" dt="2019-11-15T10:46:13.742" v="362" actId="1076"/>
          <ac:grpSpMkLst>
            <pc:docMk/>
            <pc:sldMk cId="3368475649" sldId="511"/>
            <ac:grpSpMk id="88" creationId="{91528042-DBBE-4D54-8807-8FC242F31949}"/>
          </ac:grpSpMkLst>
        </pc:grpChg>
        <pc:grpChg chg="mod">
          <ac:chgData name="Flachs, Justine" userId="2b768fe3-877b-4328-9d57-8645c98c61b7" providerId="ADAL" clId="{AAB080AF-F9FD-48F7-8F5E-11AEB3D2E8B4}" dt="2019-11-15T13:07:13.330" v="1382" actId="1035"/>
          <ac:grpSpMkLst>
            <pc:docMk/>
            <pc:sldMk cId="3368475649" sldId="511"/>
            <ac:grpSpMk id="93" creationId="{CEE62B64-A3E5-4F65-94D0-419996FF047C}"/>
          </ac:grpSpMkLst>
        </pc:grpChg>
        <pc:grpChg chg="mod">
          <ac:chgData name="Flachs, Justine" userId="2b768fe3-877b-4328-9d57-8645c98c61b7" providerId="ADAL" clId="{AAB080AF-F9FD-48F7-8F5E-11AEB3D2E8B4}" dt="2019-11-15T10:46:13.742" v="362" actId="1076"/>
          <ac:grpSpMkLst>
            <pc:docMk/>
            <pc:sldMk cId="3368475649" sldId="511"/>
            <ac:grpSpMk id="109" creationId="{AF2169A0-01B2-4537-A7FB-72291E3C65A9}"/>
          </ac:grpSpMkLst>
        </pc:grpChg>
        <pc:grpChg chg="mod">
          <ac:chgData name="Flachs, Justine" userId="2b768fe3-877b-4328-9d57-8645c98c61b7" providerId="ADAL" clId="{AAB080AF-F9FD-48F7-8F5E-11AEB3D2E8B4}" dt="2019-11-15T13:07:08.770" v="1378" actId="1035"/>
          <ac:grpSpMkLst>
            <pc:docMk/>
            <pc:sldMk cId="3368475649" sldId="511"/>
            <ac:grpSpMk id="115" creationId="{DC37DB31-8BDC-44E7-B5CB-8E3CBCCCB5C7}"/>
          </ac:grpSpMkLst>
        </pc:grpChg>
        <pc:grpChg chg="mod">
          <ac:chgData name="Flachs, Justine" userId="2b768fe3-877b-4328-9d57-8645c98c61b7" providerId="ADAL" clId="{AAB080AF-F9FD-48F7-8F5E-11AEB3D2E8B4}" dt="2019-11-15T13:06:49.830" v="1368" actId="1035"/>
          <ac:grpSpMkLst>
            <pc:docMk/>
            <pc:sldMk cId="3368475649" sldId="511"/>
            <ac:grpSpMk id="120" creationId="{5FA48BFE-FEE6-434F-9D66-1749157ECFFC}"/>
          </ac:grpSpMkLst>
        </pc:grpChg>
        <pc:grpChg chg="del">
          <ac:chgData name="Flachs, Justine" userId="2b768fe3-877b-4328-9d57-8645c98c61b7" providerId="ADAL" clId="{AAB080AF-F9FD-48F7-8F5E-11AEB3D2E8B4}" dt="2019-11-15T10:46:29.798" v="365" actId="478"/>
          <ac:grpSpMkLst>
            <pc:docMk/>
            <pc:sldMk cId="3368475649" sldId="511"/>
            <ac:grpSpMk id="125" creationId="{1448104A-ACA8-4159-9051-7E6F99B82EB3}"/>
          </ac:grpSpMkLst>
        </pc:grpChg>
        <pc:grpChg chg="mod">
          <ac:chgData name="Flachs, Justine" userId="2b768fe3-877b-4328-9d57-8645c98c61b7" providerId="ADAL" clId="{AAB080AF-F9FD-48F7-8F5E-11AEB3D2E8B4}" dt="2019-11-15T10:46:13.742" v="362" actId="1076"/>
          <ac:grpSpMkLst>
            <pc:docMk/>
            <pc:sldMk cId="3368475649" sldId="511"/>
            <ac:grpSpMk id="130" creationId="{0EC90EC6-8B84-439E-9666-23DA00DF44E3}"/>
          </ac:grpSpMkLst>
        </pc:grpChg>
        <pc:grpChg chg="mod">
          <ac:chgData name="Flachs, Justine" userId="2b768fe3-877b-4328-9d57-8645c98c61b7" providerId="ADAL" clId="{AAB080AF-F9FD-48F7-8F5E-11AEB3D2E8B4}" dt="2019-11-15T10:46:13.742" v="362" actId="1076"/>
          <ac:grpSpMkLst>
            <pc:docMk/>
            <pc:sldMk cId="3368475649" sldId="511"/>
            <ac:grpSpMk id="215" creationId="{2FCDD7B8-0207-4873-892A-96647FEA5B9A}"/>
          </ac:grpSpMkLst>
        </pc:grpChg>
        <pc:graphicFrameChg chg="mod">
          <ac:chgData name="Flachs, Justine" userId="2b768fe3-877b-4328-9d57-8645c98c61b7" providerId="ADAL" clId="{AAB080AF-F9FD-48F7-8F5E-11AEB3D2E8B4}" dt="2019-11-15T10:46:13.742" v="362" actId="1076"/>
          <ac:graphicFrameMkLst>
            <pc:docMk/>
            <pc:sldMk cId="3368475649" sldId="511"/>
            <ac:graphicFrameMk id="73" creationId="{7105FAE7-CA4E-4B94-BF63-4C191F8CFDDD}"/>
          </ac:graphicFrameMkLst>
        </pc:graphicFrameChg>
        <pc:graphicFrameChg chg="del">
          <ac:chgData name="Flachs, Justine" userId="2b768fe3-877b-4328-9d57-8645c98c61b7" providerId="ADAL" clId="{AAB080AF-F9FD-48F7-8F5E-11AEB3D2E8B4}" dt="2019-11-15T10:46:02.693" v="359" actId="478"/>
          <ac:graphicFrameMkLst>
            <pc:docMk/>
            <pc:sldMk cId="3368475649" sldId="511"/>
            <ac:graphicFrameMk id="99" creationId="{818F46CD-D9BE-4FA4-BEF9-3F7485D44DC7}"/>
          </ac:graphicFrameMkLst>
        </pc:graphicFrameChg>
        <pc:graphicFrameChg chg="mod modGraphic">
          <ac:chgData name="Flachs, Justine" userId="2b768fe3-877b-4328-9d57-8645c98c61b7" providerId="ADAL" clId="{AAB080AF-F9FD-48F7-8F5E-11AEB3D2E8B4}" dt="2019-11-15T13:22:58.547" v="1878" actId="20577"/>
          <ac:graphicFrameMkLst>
            <pc:docMk/>
            <pc:sldMk cId="3368475649" sldId="511"/>
            <ac:graphicFrameMk id="111" creationId="{E454DC07-64A0-4D2F-8746-2FF3D8BAF635}"/>
          </ac:graphicFrameMkLst>
        </pc:graphicFrame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19-11-25T09:46:29.636" idx="13">
    <p:pos x="10" y="10"/>
    <p:text>Je propose de plus coller au référebntiel Cigref</p:text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851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8536" y="0"/>
            <a:ext cx="2951851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7BB8C-786A-47AF-A766-1210AE618A30}" type="datetimeFigureOut">
              <a:rPr lang="fr-FR" smtClean="0"/>
              <a:t>26/01/2020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47888" y="1243013"/>
            <a:ext cx="25161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1197" y="4784835"/>
            <a:ext cx="544957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51851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8536" y="9443662"/>
            <a:ext cx="2951851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F4258-4A0E-47A3-9CF4-14C763BC92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697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Lafabrik-Creation/Manpower%20Group/PPT/Re%CC%81fe%CC%81rentiel%20me%CC%81tiers%20et%20compe%CC%81tences%20Allianz/imports/1.jpg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Lafabrik-Creation/Manpower%20Group/PPT/Re%CC%81fe%CC%81rentiel%20me%CC%81tiers%20et%20compe%CC%81tences%20Allianz/imports/3.jpg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Lafabrik-Creation/Manpower%20Group/PPT/Re%CC%81fe%CC%81rentiel%20me%CC%81tiers%20et%20compe%CC%81tences%20Allianz/imports/4.jpg" TargetMode="External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Lafabrik-Creation/Manpower%20Group/PPT/Re%CC%81fe%CC%81rentiel%20me%CC%81tiers%20et%20compe%CC%81tences%20Allianz/imports/6.jpg" TargetMode="Externa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Lafabrik-Creation/Manpower%20Group/PPT/Re%CC%81fe%CC%81rentiel%20me%CC%81tiers%20et%20compe%CC%81tences%20Allianz/imports/8.jpg" TargetMode="External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026C24A-4EEC-468F-9E6D-55211A1BFA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38" r="7112"/>
          <a:stretch/>
        </p:blipFill>
        <p:spPr>
          <a:xfrm>
            <a:off x="0" y="0"/>
            <a:ext cx="6858000" cy="8267700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CF153274-5FB3-4F58-B165-E563905F7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4850" y="445454"/>
            <a:ext cx="1899769" cy="1912186"/>
          </a:xfrm>
        </p:spPr>
        <p:txBody>
          <a:bodyPr anchor="ctr">
            <a:normAutofit/>
          </a:bodyPr>
          <a:lstStyle>
            <a:lvl1pPr algn="l">
              <a:defRPr sz="1283"/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6" name="Rectangle : avec coin rogné 5">
            <a:extLst>
              <a:ext uri="{FF2B5EF4-FFF2-40B4-BE49-F238E27FC236}">
                <a16:creationId xmlns:a16="http://schemas.microsoft.com/office/drawing/2014/main" id="{C67BFA56-99B0-4048-9FEC-A4BF138406BE}"/>
              </a:ext>
            </a:extLst>
          </p:cNvPr>
          <p:cNvSpPr/>
          <p:nvPr userDrawn="1"/>
        </p:nvSpPr>
        <p:spPr>
          <a:xfrm rot="5400000">
            <a:off x="4420963" y="370141"/>
            <a:ext cx="1924500" cy="2062812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A99930-352B-4B4D-97ED-B727E5758C78}"/>
              </a:ext>
            </a:extLst>
          </p:cNvPr>
          <p:cNvSpPr/>
          <p:nvPr userDrawn="1"/>
        </p:nvSpPr>
        <p:spPr>
          <a:xfrm>
            <a:off x="0" y="8286970"/>
            <a:ext cx="6858000" cy="8763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1B20B8-1B44-46B3-9AA6-FB685AE39F82}"/>
              </a:ext>
            </a:extLst>
          </p:cNvPr>
          <p:cNvSpPr/>
          <p:nvPr userDrawn="1"/>
        </p:nvSpPr>
        <p:spPr>
          <a:xfrm>
            <a:off x="290166" y="8662005"/>
            <a:ext cx="2453034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fr-FR" sz="1100" b="1" dirty="0">
                <a:solidFill>
                  <a:schemeClr val="bg1"/>
                </a:solidFill>
              </a:rPr>
              <a:t>Septembre 2019 – Version projet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0DB5713-85A0-4A35-A0A5-5753E19416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734" y="8491191"/>
            <a:ext cx="950978" cy="40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89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9927" y="644551"/>
            <a:ext cx="5378146" cy="911361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99854" y="1966511"/>
            <a:ext cx="5464051" cy="603461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7DD6EFC2-7D18-446D-B929-4E81FD46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42046" y="8423763"/>
            <a:ext cx="1286955" cy="286104"/>
          </a:xfrm>
        </p:spPr>
        <p:txBody>
          <a:bodyPr/>
          <a:lstStyle/>
          <a:p>
            <a:fld id="{6898D7AA-5519-44E2-BEF4-18C01FC88AD3}" type="datetime1">
              <a:rPr lang="fr-FR" smtClean="0"/>
              <a:t>26/01/2020</a:t>
            </a:fld>
            <a:endParaRPr 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4EF039F7-C95E-4F47-8944-D25B5819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777" y="8423762"/>
            <a:ext cx="2153560" cy="286104"/>
          </a:xfrm>
        </p:spPr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4E95296A-195C-421A-B14B-A0796C40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6055" y="8423761"/>
            <a:ext cx="583497" cy="286104"/>
          </a:xfrm>
        </p:spPr>
        <p:txBody>
          <a:bodyPr/>
          <a:lstStyle/>
          <a:p>
            <a:fld id="{14F8FF79-2C8B-914A-A6C1-180A3E21848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035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.jpg" descr="/Volumes/Lafabrik-Creation/Manpower Group/PPT/Référentiel métiers et compétences Allianz/imports/1.jpg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728" y="0"/>
            <a:ext cx="6854545" cy="182526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5AA1F"/>
              </a:buClr>
              <a:defRPr/>
            </a:lvl1pPr>
            <a:lvl2pPr>
              <a:buClr>
                <a:srgbClr val="F5AA1F"/>
              </a:buClr>
              <a:defRPr/>
            </a:lvl2pPr>
            <a:lvl3pPr>
              <a:buClr>
                <a:srgbClr val="F5AA1F"/>
              </a:buClr>
              <a:defRPr/>
            </a:lvl3pPr>
            <a:lvl4pPr>
              <a:buClr>
                <a:srgbClr val="F5AA1F"/>
              </a:buClr>
              <a:defRPr/>
            </a:lvl4pPr>
            <a:lvl5pPr>
              <a:buClr>
                <a:srgbClr val="F5AA1F"/>
              </a:buCl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9449-AAA1-43FD-B7BA-0EDB0A081104}" type="datetime1">
              <a:rPr lang="fr-FR" smtClean="0"/>
              <a:t>26/01/2020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8FF79-2C8B-914A-A6C1-180A3E21848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ZoneTexte 7"/>
          <p:cNvSpPr txBox="1"/>
          <p:nvPr userDrawn="1"/>
        </p:nvSpPr>
        <p:spPr>
          <a:xfrm>
            <a:off x="699854" y="532371"/>
            <a:ext cx="4260782" cy="13170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856" b="1" dirty="0">
                <a:solidFill>
                  <a:schemeClr val="bg1"/>
                </a:solidFill>
              </a:rPr>
              <a:t>Référentiel des Emplois et Compétences d’EDF – Filière SI Télécom et Numérique</a:t>
            </a:r>
          </a:p>
        </p:txBody>
      </p:sp>
    </p:spTree>
    <p:extLst>
      <p:ext uri="{BB962C8B-B14F-4D97-AF65-F5344CB8AC3E}">
        <p14:creationId xmlns:p14="http://schemas.microsoft.com/office/powerpoint/2010/main" val="1929751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.jpg" descr="/Volumes/Lafabrik-Creation/Manpower Group/PPT/Référentiel métiers et compétences Allianz/imports/1.jpg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728" y="0"/>
            <a:ext cx="6854545" cy="182526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D00548"/>
              </a:buClr>
              <a:defRPr/>
            </a:lvl1pPr>
            <a:lvl2pPr>
              <a:buClr>
                <a:srgbClr val="D00548"/>
              </a:buClr>
              <a:defRPr/>
            </a:lvl2pPr>
            <a:lvl3pPr>
              <a:buClr>
                <a:srgbClr val="D00548"/>
              </a:buClr>
              <a:defRPr/>
            </a:lvl3pPr>
            <a:lvl4pPr>
              <a:buClr>
                <a:srgbClr val="D00548"/>
              </a:buClr>
              <a:defRPr/>
            </a:lvl4pPr>
            <a:lvl5pPr>
              <a:buClr>
                <a:srgbClr val="D00548"/>
              </a:buCl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D159-6357-4DA5-AB33-4493A43DA303}" type="datetime1">
              <a:rPr lang="fr-FR" smtClean="0"/>
              <a:t>26/01/2020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8FF79-2C8B-914A-A6C1-180A3E21848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ZoneTexte 7"/>
          <p:cNvSpPr txBox="1"/>
          <p:nvPr userDrawn="1"/>
        </p:nvSpPr>
        <p:spPr>
          <a:xfrm>
            <a:off x="699854" y="532371"/>
            <a:ext cx="4260782" cy="13170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856" b="1" dirty="0">
                <a:solidFill>
                  <a:schemeClr val="bg1"/>
                </a:solidFill>
              </a:rPr>
              <a:t>Référentiel des Emplois et Compétences d’EDF – Filière SI Télécom et Numérique</a:t>
            </a:r>
          </a:p>
        </p:txBody>
      </p:sp>
    </p:spTree>
    <p:extLst>
      <p:ext uri="{BB962C8B-B14F-4D97-AF65-F5344CB8AC3E}">
        <p14:creationId xmlns:p14="http://schemas.microsoft.com/office/powerpoint/2010/main" val="159552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.jpg" descr="/Volumes/Lafabrik-Creation/Manpower Group/PPT/Référentiel métiers et compétences Allianz/imports/1.jpg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728" y="0"/>
            <a:ext cx="6854545" cy="182526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8C0A66"/>
              </a:buClr>
              <a:defRPr/>
            </a:lvl1pPr>
            <a:lvl2pPr>
              <a:buClr>
                <a:srgbClr val="8C0A66"/>
              </a:buClr>
              <a:defRPr/>
            </a:lvl2pPr>
            <a:lvl3pPr>
              <a:buClr>
                <a:srgbClr val="8C0A66"/>
              </a:buClr>
              <a:defRPr/>
            </a:lvl3pPr>
            <a:lvl4pPr>
              <a:buClr>
                <a:srgbClr val="8C0A66"/>
              </a:buClr>
              <a:defRPr/>
            </a:lvl4pPr>
            <a:lvl5pPr>
              <a:buClr>
                <a:srgbClr val="8C0A66"/>
              </a:buCl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DB19-527E-45E2-A7FD-0CDE389BBD48}" type="datetime1">
              <a:rPr lang="fr-FR" smtClean="0"/>
              <a:t>26/01/2020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8FF79-2C8B-914A-A6C1-180A3E21848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ZoneTexte 7"/>
          <p:cNvSpPr txBox="1"/>
          <p:nvPr userDrawn="1"/>
        </p:nvSpPr>
        <p:spPr>
          <a:xfrm>
            <a:off x="699854" y="532371"/>
            <a:ext cx="4260782" cy="13170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856" b="1" dirty="0">
                <a:solidFill>
                  <a:schemeClr val="bg1"/>
                </a:solidFill>
              </a:rPr>
              <a:t>Référentiel des Emplois et Compétences d’EDF – Filière SI Télécom et Numérique</a:t>
            </a:r>
          </a:p>
        </p:txBody>
      </p:sp>
    </p:spTree>
    <p:extLst>
      <p:ext uri="{BB962C8B-B14F-4D97-AF65-F5344CB8AC3E}">
        <p14:creationId xmlns:p14="http://schemas.microsoft.com/office/powerpoint/2010/main" val="293323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.jpg" descr="/Volumes/Lafabrik-Creation/Manpower Group/PPT/Référentiel métiers et compétences Allianz/imports/1.jpg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728" y="0"/>
            <a:ext cx="6854545" cy="182526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1568AF"/>
              </a:buClr>
              <a:defRPr/>
            </a:lvl1pPr>
            <a:lvl2pPr>
              <a:buClr>
                <a:srgbClr val="1568AF"/>
              </a:buClr>
              <a:defRPr/>
            </a:lvl2pPr>
            <a:lvl3pPr>
              <a:buClr>
                <a:srgbClr val="1568AF"/>
              </a:buClr>
              <a:defRPr/>
            </a:lvl3pPr>
            <a:lvl4pPr>
              <a:buClr>
                <a:srgbClr val="1568AF"/>
              </a:buClr>
              <a:defRPr/>
            </a:lvl4pPr>
            <a:lvl5pPr>
              <a:buClr>
                <a:srgbClr val="1568AF"/>
              </a:buCl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F1880-3800-4686-94D3-157D2761C306}" type="datetime1">
              <a:rPr lang="fr-FR" smtClean="0"/>
              <a:t>26/01/2020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8FF79-2C8B-914A-A6C1-180A3E21848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ZoneTexte 7"/>
          <p:cNvSpPr txBox="1"/>
          <p:nvPr userDrawn="1"/>
        </p:nvSpPr>
        <p:spPr>
          <a:xfrm>
            <a:off x="699854" y="532371"/>
            <a:ext cx="4260782" cy="13170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856" b="1" dirty="0">
                <a:solidFill>
                  <a:schemeClr val="bg1"/>
                </a:solidFill>
              </a:rPr>
              <a:t>Référentiel des Emplois et Compétences d’EDF – Filière SI Télécom et Numérique</a:t>
            </a:r>
          </a:p>
        </p:txBody>
      </p:sp>
    </p:spTree>
    <p:extLst>
      <p:ext uri="{BB962C8B-B14F-4D97-AF65-F5344CB8AC3E}">
        <p14:creationId xmlns:p14="http://schemas.microsoft.com/office/powerpoint/2010/main" val="4225542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.jpg" descr="/Volumes/Lafabrik-Creation/Manpower Group/PPT/Référentiel métiers et compétences Allianz/imports/1.jpg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728" y="0"/>
            <a:ext cx="6854545" cy="182526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1A7A3F"/>
              </a:buClr>
              <a:defRPr/>
            </a:lvl1pPr>
            <a:lvl2pPr>
              <a:buClr>
                <a:srgbClr val="1A7A3F"/>
              </a:buClr>
              <a:defRPr/>
            </a:lvl2pPr>
            <a:lvl3pPr>
              <a:buClr>
                <a:srgbClr val="1A7A3F"/>
              </a:buClr>
              <a:defRPr/>
            </a:lvl3pPr>
            <a:lvl4pPr>
              <a:buClr>
                <a:srgbClr val="1A7A3F"/>
              </a:buClr>
              <a:defRPr/>
            </a:lvl4pPr>
            <a:lvl5pPr>
              <a:buClr>
                <a:srgbClr val="1A7A3F"/>
              </a:buCl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69EC8-AB60-47B9-A182-2DF8AEF233B3}" type="datetime1">
              <a:rPr lang="fr-FR" smtClean="0"/>
              <a:t>26/01/2020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8FF79-2C8B-914A-A6C1-180A3E21848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ZoneTexte 7"/>
          <p:cNvSpPr txBox="1"/>
          <p:nvPr userDrawn="1"/>
        </p:nvSpPr>
        <p:spPr>
          <a:xfrm>
            <a:off x="699854" y="532371"/>
            <a:ext cx="4260782" cy="13170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856" b="1" dirty="0">
                <a:solidFill>
                  <a:schemeClr val="bg1"/>
                </a:solidFill>
              </a:rPr>
              <a:t>Référentiel des Emplois et Compétences d’EDF – Filière SI Télécom et Numérique</a:t>
            </a:r>
          </a:p>
        </p:txBody>
      </p:sp>
    </p:spTree>
    <p:extLst>
      <p:ext uri="{BB962C8B-B14F-4D97-AF65-F5344CB8AC3E}">
        <p14:creationId xmlns:p14="http://schemas.microsoft.com/office/powerpoint/2010/main" val="135404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3B059097-685E-423A-B8A9-02079E6D25A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3048" y="0"/>
            <a:ext cx="6851904" cy="9144000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02499" y="642290"/>
            <a:ext cx="5378146" cy="911361"/>
          </a:xfrm>
          <a:prstGeom prst="rect">
            <a:avLst/>
          </a:prstGeom>
        </p:spPr>
        <p:txBody>
          <a:bodyPr vert="horz" lIns="0" tIns="0" rIns="0" bIns="46800" rtlCol="0" anchor="ctr">
            <a:normAutofit/>
          </a:bodyPr>
          <a:lstStyle/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99854" y="1966511"/>
            <a:ext cx="5464051" cy="6034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142046" y="8423763"/>
            <a:ext cx="1286955" cy="286104"/>
          </a:xfrm>
          <a:prstGeom prst="rect">
            <a:avLst/>
          </a:prstGeom>
        </p:spPr>
        <p:txBody>
          <a:bodyPr vert="horz" lIns="0" tIns="0" rIns="0" bIns="36000" rtlCol="0" anchor="ctr"/>
          <a:lstStyle>
            <a:lvl1pPr algn="l">
              <a:defRPr sz="6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F5B71FB-DBEC-4294-81DA-F8FABBBD4D66}" type="datetime1">
              <a:rPr lang="fr-FR" smtClean="0"/>
              <a:t>26/01/2020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777" y="8423762"/>
            <a:ext cx="2153560" cy="286104"/>
          </a:xfrm>
          <a:prstGeom prst="rect">
            <a:avLst/>
          </a:prstGeom>
        </p:spPr>
        <p:txBody>
          <a:bodyPr vert="horz" lIns="0" tIns="0" rIns="0" bIns="36000" rtlCol="0" anchor="ctr"/>
          <a:lstStyle>
            <a:lvl1pPr algn="ctr">
              <a:defRPr sz="6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666055" y="8423761"/>
            <a:ext cx="583497" cy="286104"/>
          </a:xfrm>
          <a:prstGeom prst="rect">
            <a:avLst/>
          </a:prstGeom>
        </p:spPr>
        <p:txBody>
          <a:bodyPr vert="horz" lIns="0" tIns="0" rIns="0" bIns="36000" rtlCol="0" anchor="ctr"/>
          <a:lstStyle>
            <a:lvl1pPr algn="r">
              <a:defRPr sz="856" b="1">
                <a:solidFill>
                  <a:schemeClr val="tx1"/>
                </a:solidFill>
              </a:defRPr>
            </a:lvl1pPr>
          </a:lstStyle>
          <a:p>
            <a:fld id="{14F8FF79-2C8B-914A-A6C1-180A3E218489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699854" y="532371"/>
            <a:ext cx="4364977" cy="13170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856" b="1" dirty="0">
                <a:solidFill>
                  <a:schemeClr val="bg1"/>
                </a:solidFill>
              </a:rPr>
              <a:t>Référentiel des Emplois et Compétences d’EDF – Filière SI Télécom et Numérique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2028D98-F48D-44D9-9135-1145CF1210F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14" y="8330659"/>
            <a:ext cx="991312" cy="42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1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</p:sldLayoutIdLst>
  <p:hf hdr="0"/>
  <p:txStyles>
    <p:titleStyle>
      <a:lvl1pPr algn="l" defTabSz="391135" rtl="0" eaLnBrk="1" latinLnBrk="0" hangingPunct="1">
        <a:lnSpc>
          <a:spcPts val="2567"/>
        </a:lnSpc>
        <a:spcBef>
          <a:spcPct val="0"/>
        </a:spcBef>
        <a:buNone/>
        <a:defRPr sz="2395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52108" indent="-152108" algn="l" defTabSz="391135" rtl="0" eaLnBrk="1" latinLnBrk="0" hangingPunct="1">
        <a:lnSpc>
          <a:spcPts val="1283"/>
        </a:lnSpc>
        <a:spcBef>
          <a:spcPts val="0"/>
        </a:spcBef>
        <a:spcAft>
          <a:spcPts val="171"/>
        </a:spcAft>
        <a:buClr>
          <a:srgbClr val="DE411A"/>
        </a:buClr>
        <a:buFont typeface="Arial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1pPr>
      <a:lvl2pPr marL="456324" indent="-152108" algn="l" defTabSz="391135" rtl="0" eaLnBrk="1" latinLnBrk="0" hangingPunct="1">
        <a:lnSpc>
          <a:spcPts val="1283"/>
        </a:lnSpc>
        <a:spcBef>
          <a:spcPts val="0"/>
        </a:spcBef>
        <a:spcAft>
          <a:spcPts val="171"/>
        </a:spcAft>
        <a:buClr>
          <a:srgbClr val="DE411A"/>
        </a:buClr>
        <a:buFont typeface="Arial"/>
        <a:buChar char="–"/>
        <a:tabLst/>
        <a:defRPr sz="1112" kern="1200">
          <a:solidFill>
            <a:schemeClr val="tx1"/>
          </a:solidFill>
          <a:latin typeface="+mn-lt"/>
          <a:ea typeface="+mn-ea"/>
          <a:cs typeface="+mn-cs"/>
        </a:defRPr>
      </a:lvl2pPr>
      <a:lvl3pPr marL="771404" indent="-152108" algn="l" defTabSz="391135" rtl="0" eaLnBrk="1" latinLnBrk="0" hangingPunct="1">
        <a:lnSpc>
          <a:spcPts val="1283"/>
        </a:lnSpc>
        <a:spcBef>
          <a:spcPts val="0"/>
        </a:spcBef>
        <a:spcAft>
          <a:spcPts val="171"/>
        </a:spcAft>
        <a:buClr>
          <a:srgbClr val="DE411A"/>
        </a:buClr>
        <a:buFont typeface="Arial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3pPr>
      <a:lvl4pPr marL="1075620" indent="-152108" algn="l" defTabSz="391135" rtl="0" eaLnBrk="1" latinLnBrk="0" hangingPunct="1">
        <a:lnSpc>
          <a:spcPts val="1283"/>
        </a:lnSpc>
        <a:spcBef>
          <a:spcPts val="0"/>
        </a:spcBef>
        <a:spcAft>
          <a:spcPts val="171"/>
        </a:spcAft>
        <a:buClr>
          <a:srgbClr val="DE411A"/>
        </a:buClr>
        <a:buFont typeface="Arial"/>
        <a:buChar char="–"/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379836" indent="-152108" algn="l" defTabSz="391135" rtl="0" eaLnBrk="1" latinLnBrk="0" hangingPunct="1">
        <a:lnSpc>
          <a:spcPts val="1283"/>
        </a:lnSpc>
        <a:spcBef>
          <a:spcPts val="0"/>
        </a:spcBef>
        <a:spcAft>
          <a:spcPts val="171"/>
        </a:spcAft>
        <a:buClr>
          <a:srgbClr val="DE411A"/>
        </a:buClr>
        <a:buFont typeface="Arial"/>
        <a:buChar char="»"/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2151240" indent="-195567" algn="l" defTabSz="391135" rtl="0" eaLnBrk="1" latinLnBrk="0" hangingPunct="1">
        <a:spcBef>
          <a:spcPct val="20000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542375" indent="-195567" algn="l" defTabSz="391135" rtl="0" eaLnBrk="1" latinLnBrk="0" hangingPunct="1">
        <a:spcBef>
          <a:spcPct val="20000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2933510" indent="-195567" algn="l" defTabSz="391135" rtl="0" eaLnBrk="1" latinLnBrk="0" hangingPunct="1">
        <a:spcBef>
          <a:spcPct val="20000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324644" indent="-195567" algn="l" defTabSz="391135" rtl="0" eaLnBrk="1" latinLnBrk="0" hangingPunct="1">
        <a:spcBef>
          <a:spcPct val="20000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91135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2pPr>
      <a:lvl3pPr marL="782269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04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38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5pPr>
      <a:lvl6pPr marL="1955673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08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7pPr>
      <a:lvl8pPr marL="2737942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8pPr>
      <a:lvl9pPr marL="3129077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702499" y="642290"/>
            <a:ext cx="4338211" cy="911361"/>
          </a:xfrm>
        </p:spPr>
        <p:txBody>
          <a:bodyPr/>
          <a:lstStyle/>
          <a:p>
            <a:r>
              <a:rPr lang="fr-FR" sz="2400" dirty="0">
                <a:latin typeface="Calibri" panose="020F0502020204030204" pitchFamily="34" charset="0"/>
              </a:rPr>
              <a:t>Métier «  Architecture »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B0FA-8FDD-1C4E-B433-ECD20BDAD4A9}" type="datetime1">
              <a:rPr lang="en-US" smtClean="0"/>
              <a:pPr/>
              <a:t>1/26/2020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8FF79-2C8B-914A-A6C1-180A3E218489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9" name="Espace réservé du contenu 10"/>
          <p:cNvSpPr txBox="1">
            <a:spLocks/>
          </p:cNvSpPr>
          <p:nvPr/>
        </p:nvSpPr>
        <p:spPr>
          <a:xfrm>
            <a:off x="854288" y="1952929"/>
            <a:ext cx="5154857" cy="4619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>
            <a:normAutofit/>
          </a:bodyPr>
          <a:lstStyle/>
          <a:p>
            <a:pPr algn="ctr">
              <a:lnSpc>
                <a:spcPts val="1283"/>
              </a:lnSpc>
              <a:spcAft>
                <a:spcPts val="171"/>
              </a:spcAft>
              <a:buClr>
                <a:srgbClr val="D00548"/>
              </a:buClr>
            </a:pPr>
            <a:r>
              <a:rPr lang="fr-FR" sz="1540" cap="all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Emploi générique « Architecte TECHNIQUE 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289" y="2574933"/>
            <a:ext cx="5154857" cy="111906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just"/>
            <a:r>
              <a:rPr lang="fr-FR" sz="1280" b="1" dirty="0">
                <a:solidFill>
                  <a:srgbClr val="D00548"/>
                </a:solidFill>
                <a:latin typeface="Calibri" panose="020F0502020204030204" pitchFamily="34" charset="0"/>
              </a:rPr>
              <a:t>Missions principales</a:t>
            </a:r>
          </a:p>
          <a:p>
            <a:pPr algn="just"/>
            <a:r>
              <a:rPr lang="fr-FR" sz="900" dirty="0">
                <a:latin typeface="Calibri" panose="020F0502020204030204" pitchFamily="34" charset="0"/>
              </a:rPr>
              <a:t>En charge de la définition de l’architecture technique de tout ou partie du SI, il conçoit et garantit la fonctionnalité et l’évolution du SI :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fr-FR" sz="900" dirty="0">
                <a:latin typeface="Calibri" panose="020F0502020204030204" pitchFamily="34" charset="0"/>
              </a:rPr>
              <a:t> Il optimise l’architecture technique en définissant les normes et les procédures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fr-FR" sz="900" dirty="0">
                <a:latin typeface="Calibri" panose="020F0502020204030204" pitchFamily="34" charset="0"/>
              </a:rPr>
              <a:t>Il prévient les risques et les impacts techniques éventuels en fonction des solutions choisies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fr-FR" sz="900" dirty="0">
                <a:latin typeface="Calibri" panose="020F0502020204030204" pitchFamily="34" charset="0"/>
              </a:rPr>
              <a:t>Il informe les équipes informatiques sur les questions spécifiques à l’architecture technique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289" y="3808571"/>
            <a:ext cx="5154857" cy="27161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fr-FR" sz="1283" b="1" dirty="0">
                <a:solidFill>
                  <a:srgbClr val="D00548"/>
                </a:solidFill>
                <a:latin typeface="Calibri" panose="020F0502020204030204" pitchFamily="34" charset="0"/>
              </a:rPr>
              <a:t>Activités principales</a:t>
            </a:r>
            <a:endParaRPr lang="fr-FR" sz="1283" dirty="0">
              <a:solidFill>
                <a:srgbClr val="D00548"/>
              </a:solidFill>
              <a:latin typeface="Calibri" panose="020F0502020204030204" pitchFamily="34" charset="0"/>
            </a:endParaRPr>
          </a:p>
          <a:p>
            <a:endParaRPr lang="fr-FR" sz="856" dirty="0">
              <a:latin typeface="Calibri" panose="020F0502020204030204" pitchFamily="34" charset="0"/>
            </a:endParaRPr>
          </a:p>
          <a:p>
            <a:r>
              <a:rPr lang="fr-FR" sz="856" dirty="0">
                <a:latin typeface="Calibri" panose="020F0502020204030204" pitchFamily="34" charset="0"/>
              </a:rPr>
              <a:t> 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87FAFDFB-0A60-440C-A39D-9E92E1237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622472"/>
              </p:ext>
            </p:extLst>
          </p:nvPr>
        </p:nvGraphicFramePr>
        <p:xfrm>
          <a:off x="866692" y="4112782"/>
          <a:ext cx="5142453" cy="3338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2453">
                  <a:extLst>
                    <a:ext uri="{9D8B030D-6E8A-4147-A177-3AD203B41FA5}">
                      <a16:colId xmlns:a16="http://schemas.microsoft.com/office/drawing/2014/main" val="2986183004"/>
                    </a:ext>
                  </a:extLst>
                </a:gridCol>
              </a:tblGrid>
              <a:tr h="66675">
                <a:tc>
                  <a:txBody>
                    <a:bodyPr/>
                    <a:lstStyle/>
                    <a:p>
                      <a:pPr algn="just"/>
                      <a:endParaRPr lang="fr-FR" sz="2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626135"/>
                  </a:ext>
                </a:extLst>
              </a:tr>
              <a:tr h="274433">
                <a:tc>
                  <a:txBody>
                    <a:bodyPr/>
                    <a:lstStyle/>
                    <a:p>
                      <a:pPr algn="just"/>
                      <a:r>
                        <a:rPr lang="fr-FR" sz="900" b="1" kern="1200" dirty="0">
                          <a:solidFill>
                            <a:srgbClr val="D00548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Conception : </a:t>
                      </a:r>
                    </a:p>
                  </a:txBody>
                  <a:tcPr marL="0" marR="0" marT="36000" marB="36000" anchor="ctr">
                    <a:lnB w="6350" cap="flat" cmpd="sng" algn="ctr">
                      <a:solidFill>
                        <a:srgbClr val="D00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09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46675" marR="0" lvl="0" indent="-146675" algn="just" defTabSz="3911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0548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900" dirty="0">
                          <a:latin typeface="Calibri" panose="020F0502020204030204" pitchFamily="34" charset="0"/>
                        </a:rPr>
                        <a:t>Réaliser un audit des performances des systèmes existants </a:t>
                      </a:r>
                    </a:p>
                    <a:p>
                      <a:pPr marL="146675" marR="0" lvl="0" indent="-146675" algn="just" defTabSz="3911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0548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900" dirty="0">
                          <a:latin typeface="Calibri" panose="020F0502020204030204" pitchFamily="34" charset="0"/>
                        </a:rPr>
                        <a:t>Concevoir et mettre en place les standards techniques en relation avec l’Urbaniste </a:t>
                      </a:r>
                    </a:p>
                    <a:p>
                      <a:pPr marL="146675" marR="0" lvl="0" indent="-146675" algn="just" defTabSz="3911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0548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900" dirty="0">
                          <a:latin typeface="Calibri" panose="020F0502020204030204" pitchFamily="34" charset="0"/>
                        </a:rPr>
                        <a:t>Concevoir et valider l’architecture technique du SI </a:t>
                      </a:r>
                    </a:p>
                    <a:p>
                      <a:pPr marL="146675" marR="0" lvl="0" indent="-146675" algn="just" defTabSz="3911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0548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900" dirty="0">
                          <a:latin typeface="Calibri" panose="020F0502020204030204" pitchFamily="34" charset="0"/>
                        </a:rPr>
                        <a:t>Vérifier et analyser les impacts techniques des nouvelles solutions et leur cohérence avec l'architecture existante</a:t>
                      </a:r>
                    </a:p>
                  </a:txBody>
                  <a:tcPr marL="0" marR="0" marT="36000" marB="36000" anchor="ctr">
                    <a:lnT w="6350" cap="flat" cmpd="sng" algn="ctr">
                      <a:solidFill>
                        <a:srgbClr val="D00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387268"/>
                  </a:ext>
                </a:extLst>
              </a:tr>
              <a:tr h="267090">
                <a:tc>
                  <a:txBody>
                    <a:bodyPr/>
                    <a:lstStyle/>
                    <a:p>
                      <a:pPr marL="0" algn="just" defTabSz="391135" rtl="0" eaLnBrk="1" latinLnBrk="0" hangingPunct="1"/>
                      <a:r>
                        <a:rPr lang="fr-FR" sz="900" b="1" kern="1200" dirty="0">
                          <a:solidFill>
                            <a:srgbClr val="D00548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Administration :</a:t>
                      </a:r>
                    </a:p>
                  </a:txBody>
                  <a:tcPr marL="0" marR="0" marT="36000" marB="36000" anchor="ctr">
                    <a:lnB w="6350" cap="flat" cmpd="sng" algn="ctr">
                      <a:solidFill>
                        <a:srgbClr val="D00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12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46675" indent="-146675" algn="just">
                        <a:buClr>
                          <a:srgbClr val="D00548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fr-FR" sz="900" dirty="0">
                          <a:latin typeface="Calibri" panose="020F0502020204030204" pitchFamily="34" charset="0"/>
                        </a:rPr>
                        <a:t>Définir et gérer le référentiel du système informatique sur les plans : outils, procédures, normes, vocabulaire, sécurité...</a:t>
                      </a:r>
                    </a:p>
                    <a:p>
                      <a:pPr marL="146675" indent="-146675" algn="just">
                        <a:buClr>
                          <a:srgbClr val="D00548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fr-FR" sz="900" dirty="0">
                          <a:latin typeface="Calibri" panose="020F0502020204030204" pitchFamily="34" charset="0"/>
                        </a:rPr>
                        <a:t>Définir et gérer les standards techniques</a:t>
                      </a:r>
                    </a:p>
                  </a:txBody>
                  <a:tcPr marL="0" marR="0" marT="36000" marB="36000" anchor="ctr">
                    <a:lnT w="6350" cap="flat" cmpd="sng" algn="ctr">
                      <a:solidFill>
                        <a:srgbClr val="D00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887987"/>
                  </a:ext>
                </a:extLst>
              </a:tr>
              <a:tr h="248040">
                <a:tc>
                  <a:txBody>
                    <a:bodyPr/>
                    <a:lstStyle/>
                    <a:p>
                      <a:pPr marL="0" algn="just" defTabSz="391135" rtl="0" eaLnBrk="1" latinLnBrk="0" hangingPunct="1"/>
                      <a:r>
                        <a:rPr lang="fr-FR" sz="900" b="1" kern="1200" dirty="0">
                          <a:solidFill>
                            <a:srgbClr val="D00548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Préconisation et conseil : </a:t>
                      </a:r>
                    </a:p>
                  </a:txBody>
                  <a:tcPr marL="0" marR="0" marT="36000" marB="36000" anchor="ctr">
                    <a:lnB w="6350" cap="flat" cmpd="sng" algn="ctr">
                      <a:solidFill>
                        <a:srgbClr val="D00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562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46675" indent="-146675" algn="just">
                        <a:buClr>
                          <a:srgbClr val="D00548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fr-FR" sz="900" dirty="0">
                          <a:latin typeface="Calibri" panose="020F0502020204030204" pitchFamily="34" charset="0"/>
                        </a:rPr>
                        <a:t>Préconiser des choix techniques</a:t>
                      </a:r>
                    </a:p>
                    <a:p>
                      <a:pPr marL="146675" indent="-146675" algn="just">
                        <a:buClr>
                          <a:srgbClr val="D00548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fr-FR" sz="900" dirty="0">
                          <a:latin typeface="Calibri" panose="020F0502020204030204" pitchFamily="34" charset="0"/>
                        </a:rPr>
                        <a:t>Conseiller pour un meilleur développement du matériel technique</a:t>
                      </a:r>
                    </a:p>
                    <a:p>
                      <a:pPr marL="146675" indent="-146675" algn="just">
                        <a:buClr>
                          <a:srgbClr val="D00548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fr-FR" sz="900" dirty="0">
                          <a:latin typeface="Calibri" panose="020F0502020204030204" pitchFamily="34" charset="0"/>
                        </a:rPr>
                        <a:t>Réaliser une veille technologique permanente</a:t>
                      </a:r>
                    </a:p>
                    <a:p>
                      <a:pPr marL="146675" indent="-146675" algn="just">
                        <a:buClr>
                          <a:srgbClr val="D00548"/>
                        </a:buClr>
                        <a:buFont typeface="Wingdings" panose="05000000000000000000" pitchFamily="2" charset="2"/>
                        <a:buChar char="§"/>
                      </a:pPr>
                      <a:endParaRPr lang="fr-FR" sz="900" dirty="0">
                        <a:latin typeface="Calibri" panose="020F0502020204030204" pitchFamily="34" charset="0"/>
                      </a:endParaRPr>
                    </a:p>
                    <a:p>
                      <a:pPr marL="0" indent="0" algn="just">
                        <a:buClr>
                          <a:srgbClr val="D00548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fr-FR" sz="900" b="1" kern="1200" dirty="0">
                          <a:solidFill>
                            <a:srgbClr val="D00548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Communication : </a:t>
                      </a:r>
                    </a:p>
                  </a:txBody>
                  <a:tcPr marL="0" marR="0" marT="36000" marB="36000" anchor="ctr">
                    <a:lnT w="6350" cap="flat" cmpd="sng" algn="ctr">
                      <a:solidFill>
                        <a:srgbClr val="D00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0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48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46675" indent="-146675" algn="just">
                        <a:buClr>
                          <a:srgbClr val="D00548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fr-FR" sz="900" dirty="0">
                          <a:latin typeface="Calibri" panose="020F0502020204030204" pitchFamily="34" charset="0"/>
                        </a:rPr>
                        <a:t>Travailler en équipe avec l'Urbaniste du SI</a:t>
                      </a:r>
                    </a:p>
                    <a:p>
                      <a:pPr marL="146675" indent="-146675" algn="just">
                        <a:buClr>
                          <a:srgbClr val="D00548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fr-FR" sz="900" dirty="0">
                          <a:latin typeface="Calibri" panose="020F0502020204030204" pitchFamily="34" charset="0"/>
                        </a:rPr>
                        <a:t>Promouvoir l’architecture technique retenue auprès des équipes</a:t>
                      </a:r>
                    </a:p>
                    <a:p>
                      <a:pPr marL="0" indent="0" algn="just">
                        <a:buClr>
                          <a:srgbClr val="D00548"/>
                        </a:buClr>
                        <a:buFont typeface="Wingdings" panose="05000000000000000000" pitchFamily="2" charset="2"/>
                        <a:buNone/>
                      </a:pPr>
                      <a:endParaRPr lang="fr-FR" sz="900" b="1" kern="1200" dirty="0">
                        <a:solidFill>
                          <a:srgbClr val="D00548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T w="6350" cap="flat" cmpd="sng" algn="ctr">
                      <a:solidFill>
                        <a:srgbClr val="D00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0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491602"/>
                  </a:ext>
                </a:extLst>
              </a:tr>
            </a:tbl>
          </a:graphicData>
        </a:graphic>
      </p:graphicFrame>
      <p:grpSp>
        <p:nvGrpSpPr>
          <p:cNvPr id="19" name="Groupe 18">
            <a:extLst>
              <a:ext uri="{FF2B5EF4-FFF2-40B4-BE49-F238E27FC236}">
                <a16:creationId xmlns:a16="http://schemas.microsoft.com/office/drawing/2014/main" id="{210DE26B-B676-459F-8624-7C95CDEEACE9}"/>
              </a:ext>
            </a:extLst>
          </p:cNvPr>
          <p:cNvGrpSpPr/>
          <p:nvPr/>
        </p:nvGrpSpPr>
        <p:grpSpPr>
          <a:xfrm>
            <a:off x="5219612" y="123104"/>
            <a:ext cx="1628214" cy="1622161"/>
            <a:chOff x="7049844" y="1946101"/>
            <a:chExt cx="1628214" cy="1622161"/>
          </a:xfrm>
        </p:grpSpPr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848C2A54-DCE4-41AA-A5C9-7EAB1EFEF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66477">
              <a:off x="7049844" y="1946101"/>
              <a:ext cx="1628214" cy="1622161"/>
            </a:xfrm>
            <a:prstGeom prst="rect">
              <a:avLst/>
            </a:prstGeom>
          </p:spPr>
        </p:pic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0BE8FC97-B7F6-4816-9C03-26F42090D284}"/>
                </a:ext>
              </a:extLst>
            </p:cNvPr>
            <p:cNvSpPr txBox="1"/>
            <p:nvPr/>
          </p:nvSpPr>
          <p:spPr>
            <a:xfrm rot="20945197">
              <a:off x="7187740" y="2108657"/>
              <a:ext cx="1308361" cy="1044851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algn="ctr"/>
              <a:r>
                <a:rPr lang="fr-FR" sz="1600" dirty="0">
                  <a:solidFill>
                    <a:srgbClr val="49648C"/>
                  </a:solidFill>
                  <a:latin typeface="Freestyle Script" panose="030804020302050B0404" pitchFamily="66" charset="0"/>
                </a:rPr>
                <a:t>Mon métier : mes missions, mes responsabilités, ma valeur ajoutée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86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B0FA-8FDD-1C4E-B433-ECD20BDAD4A9}" type="datetime1">
              <a:rPr lang="en-US" smtClean="0"/>
              <a:pPr/>
              <a:t>1/26/2020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Tous droits réservés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8FF79-2C8B-914A-A6C1-180A3E218489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21E8BBE-3848-4256-8D30-EE1F9D10783A}"/>
              </a:ext>
            </a:extLst>
          </p:cNvPr>
          <p:cNvSpPr/>
          <p:nvPr/>
        </p:nvSpPr>
        <p:spPr>
          <a:xfrm>
            <a:off x="854289" y="2551269"/>
            <a:ext cx="5154857" cy="27161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fr-FR" sz="1283" b="1" dirty="0">
                <a:solidFill>
                  <a:srgbClr val="D00548"/>
                </a:solidFill>
                <a:latin typeface="Calibri" panose="020F0502020204030204" pitchFamily="34" charset="0"/>
              </a:rPr>
              <a:t>Compétences</a:t>
            </a:r>
            <a:endParaRPr lang="fr-FR" sz="856" dirty="0">
              <a:latin typeface="Calibri" panose="020F0502020204030204" pitchFamily="34" charset="0"/>
            </a:endParaRPr>
          </a:p>
        </p:txBody>
      </p:sp>
      <p:sp>
        <p:nvSpPr>
          <p:cNvPr id="72" name="Espace réservé du contenu 10">
            <a:extLst>
              <a:ext uri="{FF2B5EF4-FFF2-40B4-BE49-F238E27FC236}">
                <a16:creationId xmlns:a16="http://schemas.microsoft.com/office/drawing/2014/main" id="{A0790B83-6045-46ED-86BF-F1BEB2BFC065}"/>
              </a:ext>
            </a:extLst>
          </p:cNvPr>
          <p:cNvSpPr txBox="1">
            <a:spLocks/>
          </p:cNvSpPr>
          <p:nvPr/>
        </p:nvSpPr>
        <p:spPr>
          <a:xfrm>
            <a:off x="854288" y="1952929"/>
            <a:ext cx="5154857" cy="4619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>
            <a:normAutofit/>
          </a:bodyPr>
          <a:lstStyle/>
          <a:p>
            <a:pPr algn="ctr">
              <a:lnSpc>
                <a:spcPts val="1283"/>
              </a:lnSpc>
              <a:spcAft>
                <a:spcPts val="171"/>
              </a:spcAft>
              <a:buClr>
                <a:srgbClr val="D00548"/>
              </a:buClr>
            </a:pPr>
            <a:r>
              <a:rPr lang="fr-FR" sz="1540" cap="all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Emploi générique « Architecte technique»</a:t>
            </a:r>
          </a:p>
        </p:txBody>
      </p:sp>
      <p:graphicFrame>
        <p:nvGraphicFramePr>
          <p:cNvPr id="73" name="Tableau 72">
            <a:extLst>
              <a:ext uri="{FF2B5EF4-FFF2-40B4-BE49-F238E27FC236}">
                <a16:creationId xmlns:a16="http://schemas.microsoft.com/office/drawing/2014/main" id="{7105FAE7-CA4E-4B94-BF63-4C191F8CF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107282"/>
              </p:ext>
            </p:extLst>
          </p:nvPr>
        </p:nvGraphicFramePr>
        <p:xfrm>
          <a:off x="854288" y="5316091"/>
          <a:ext cx="5187359" cy="1816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1607353507"/>
                    </a:ext>
                  </a:extLst>
                </a:gridCol>
                <a:gridCol w="1227359">
                  <a:extLst>
                    <a:ext uri="{9D8B030D-6E8A-4147-A177-3AD203B41FA5}">
                      <a16:colId xmlns:a16="http://schemas.microsoft.com/office/drawing/2014/main" val="1201958127"/>
                    </a:ext>
                  </a:extLst>
                </a:gridCol>
              </a:tblGrid>
              <a:tr h="3240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cap="all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Compétences Transverses</a:t>
                      </a:r>
                      <a:endParaRPr lang="fr-FR" sz="1200" cap="all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054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3729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Capacité d’analyse 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83835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Piloter un projet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52593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Argumenter et convaincre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922648"/>
                  </a:ext>
                </a:extLst>
              </a:tr>
              <a:tr h="3408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Transfert de connaissances/ pédagogie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87865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Anglais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070981"/>
                  </a:ext>
                </a:extLst>
              </a:tr>
            </a:tbl>
          </a:graphicData>
        </a:graphic>
      </p:graphicFrame>
      <p:graphicFrame>
        <p:nvGraphicFramePr>
          <p:cNvPr id="111" name="Tableau 110">
            <a:extLst>
              <a:ext uri="{FF2B5EF4-FFF2-40B4-BE49-F238E27FC236}">
                <a16:creationId xmlns:a16="http://schemas.microsoft.com/office/drawing/2014/main" id="{E454DC07-64A0-4D2F-8746-2FF3D8BAF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927662"/>
              </p:ext>
            </p:extLst>
          </p:nvPr>
        </p:nvGraphicFramePr>
        <p:xfrm>
          <a:off x="822036" y="2868132"/>
          <a:ext cx="5213171" cy="227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5571">
                  <a:extLst>
                    <a:ext uri="{9D8B030D-6E8A-4147-A177-3AD203B41FA5}">
                      <a16:colId xmlns:a16="http://schemas.microsoft.com/office/drawing/2014/main" val="1607353507"/>
                    </a:ext>
                  </a:extLst>
                </a:gridCol>
                <a:gridCol w="1227600">
                  <a:extLst>
                    <a:ext uri="{9D8B030D-6E8A-4147-A177-3AD203B41FA5}">
                      <a16:colId xmlns:a16="http://schemas.microsoft.com/office/drawing/2014/main" val="1201958127"/>
                    </a:ext>
                  </a:extLst>
                </a:gridCol>
              </a:tblGrid>
              <a:tr h="201465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cap="all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Compétences METIERS</a:t>
                      </a:r>
                      <a:endParaRPr lang="fr-FR" sz="1200" cap="all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054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37290"/>
                  </a:ext>
                </a:extLst>
              </a:tr>
              <a:tr h="28809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Modéliser et concevoir le SI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838353"/>
                  </a:ext>
                </a:extLst>
              </a:tr>
              <a:tr h="4905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Connaissance des normes et méthodes de développement et de sécurité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748213"/>
                  </a:ext>
                </a:extLst>
              </a:tr>
              <a:tr h="2014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200" b="0" i="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Gouvernance du SI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525939"/>
                  </a:ext>
                </a:extLst>
              </a:tr>
              <a:tr h="3460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Gérer la relation client- utilisateur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922648"/>
                  </a:ext>
                </a:extLst>
              </a:tr>
              <a:tr h="3460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Gestion des risques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355512"/>
                  </a:ext>
                </a:extLst>
              </a:tr>
              <a:tr h="2984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Veille technologique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878652"/>
                  </a:ext>
                </a:extLst>
              </a:tr>
            </a:tbl>
          </a:graphicData>
        </a:graphic>
      </p:graphicFrame>
      <p:grpSp>
        <p:nvGrpSpPr>
          <p:cNvPr id="212" name="Groupe 211">
            <a:extLst>
              <a:ext uri="{FF2B5EF4-FFF2-40B4-BE49-F238E27FC236}">
                <a16:creationId xmlns:a16="http://schemas.microsoft.com/office/drawing/2014/main" id="{5391887E-255D-4945-A64A-33010054628F}"/>
              </a:ext>
            </a:extLst>
          </p:cNvPr>
          <p:cNvGrpSpPr/>
          <p:nvPr/>
        </p:nvGrpSpPr>
        <p:grpSpPr>
          <a:xfrm>
            <a:off x="4970553" y="3203901"/>
            <a:ext cx="734203" cy="144002"/>
            <a:chOff x="5171828" y="3827308"/>
            <a:chExt cx="734203" cy="144002"/>
          </a:xfrm>
        </p:grpSpPr>
        <p:sp>
          <p:nvSpPr>
            <p:cNvPr id="190" name="Ellipse 189">
              <a:extLst>
                <a:ext uri="{FF2B5EF4-FFF2-40B4-BE49-F238E27FC236}">
                  <a16:creationId xmlns:a16="http://schemas.microsoft.com/office/drawing/2014/main" id="{9A410AC6-6298-4644-891F-8E45CBA5AE08}"/>
                </a:ext>
              </a:extLst>
            </p:cNvPr>
            <p:cNvSpPr/>
            <p:nvPr/>
          </p:nvSpPr>
          <p:spPr>
            <a:xfrm>
              <a:off x="5171828" y="3827310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91" name="Ellipse 190">
              <a:extLst>
                <a:ext uri="{FF2B5EF4-FFF2-40B4-BE49-F238E27FC236}">
                  <a16:creationId xmlns:a16="http://schemas.microsoft.com/office/drawing/2014/main" id="{D9AE932C-05EA-4F01-A97C-88E34D215171}"/>
                </a:ext>
              </a:extLst>
            </p:cNvPr>
            <p:cNvSpPr/>
            <p:nvPr/>
          </p:nvSpPr>
          <p:spPr>
            <a:xfrm>
              <a:off x="5368563" y="3827310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92" name="Ellipse 191">
              <a:extLst>
                <a:ext uri="{FF2B5EF4-FFF2-40B4-BE49-F238E27FC236}">
                  <a16:creationId xmlns:a16="http://schemas.microsoft.com/office/drawing/2014/main" id="{6AA314A5-6F5C-4315-ACFF-2D363C60888F}"/>
                </a:ext>
              </a:extLst>
            </p:cNvPr>
            <p:cNvSpPr/>
            <p:nvPr/>
          </p:nvSpPr>
          <p:spPr>
            <a:xfrm>
              <a:off x="5565297" y="3827310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93" name="Ellipse 192">
              <a:extLst>
                <a:ext uri="{FF2B5EF4-FFF2-40B4-BE49-F238E27FC236}">
                  <a16:creationId xmlns:a16="http://schemas.microsoft.com/office/drawing/2014/main" id="{C82895BB-6558-480E-B216-0673ADE1C2AD}"/>
                </a:ext>
              </a:extLst>
            </p:cNvPr>
            <p:cNvSpPr/>
            <p:nvPr/>
          </p:nvSpPr>
          <p:spPr>
            <a:xfrm>
              <a:off x="5762031" y="3827308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215" name="Groupe 214">
            <a:extLst>
              <a:ext uri="{FF2B5EF4-FFF2-40B4-BE49-F238E27FC236}">
                <a16:creationId xmlns:a16="http://schemas.microsoft.com/office/drawing/2014/main" id="{2FCDD7B8-0207-4873-892A-96647FEA5B9A}"/>
              </a:ext>
            </a:extLst>
          </p:cNvPr>
          <p:cNvGrpSpPr/>
          <p:nvPr/>
        </p:nvGrpSpPr>
        <p:grpSpPr>
          <a:xfrm>
            <a:off x="4981654" y="5683339"/>
            <a:ext cx="734203" cy="144000"/>
            <a:chOff x="5191833" y="3537026"/>
            <a:chExt cx="734203" cy="144000"/>
          </a:xfrm>
        </p:grpSpPr>
        <p:sp>
          <p:nvSpPr>
            <p:cNvPr id="216" name="Ellipse 215">
              <a:extLst>
                <a:ext uri="{FF2B5EF4-FFF2-40B4-BE49-F238E27FC236}">
                  <a16:creationId xmlns:a16="http://schemas.microsoft.com/office/drawing/2014/main" id="{799F0D63-26BF-4883-92DA-0D0C1B1D9F76}"/>
                </a:ext>
              </a:extLst>
            </p:cNvPr>
            <p:cNvSpPr/>
            <p:nvPr/>
          </p:nvSpPr>
          <p:spPr>
            <a:xfrm>
              <a:off x="5191833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217" name="Ellipse 216">
              <a:extLst>
                <a:ext uri="{FF2B5EF4-FFF2-40B4-BE49-F238E27FC236}">
                  <a16:creationId xmlns:a16="http://schemas.microsoft.com/office/drawing/2014/main" id="{CF867902-5597-4527-904A-38746B4AC54E}"/>
                </a:ext>
              </a:extLst>
            </p:cNvPr>
            <p:cNvSpPr/>
            <p:nvPr/>
          </p:nvSpPr>
          <p:spPr>
            <a:xfrm>
              <a:off x="5388568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218" name="Ellipse 217">
              <a:extLst>
                <a:ext uri="{FF2B5EF4-FFF2-40B4-BE49-F238E27FC236}">
                  <a16:creationId xmlns:a16="http://schemas.microsoft.com/office/drawing/2014/main" id="{3C73AC95-522B-4147-8230-D420AF48EEAD}"/>
                </a:ext>
              </a:extLst>
            </p:cNvPr>
            <p:cNvSpPr/>
            <p:nvPr/>
          </p:nvSpPr>
          <p:spPr>
            <a:xfrm>
              <a:off x="5585302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219" name="Ellipse 218">
              <a:extLst>
                <a:ext uri="{FF2B5EF4-FFF2-40B4-BE49-F238E27FC236}">
                  <a16:creationId xmlns:a16="http://schemas.microsoft.com/office/drawing/2014/main" id="{5B40D104-08B9-4A5B-A0A6-29309D636566}"/>
                </a:ext>
              </a:extLst>
            </p:cNvPr>
            <p:cNvSpPr/>
            <p:nvPr/>
          </p:nvSpPr>
          <p:spPr>
            <a:xfrm>
              <a:off x="5782036" y="353702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267" name="Groupe 266">
            <a:extLst>
              <a:ext uri="{FF2B5EF4-FFF2-40B4-BE49-F238E27FC236}">
                <a16:creationId xmlns:a16="http://schemas.microsoft.com/office/drawing/2014/main" id="{133BB4FF-807C-4458-87E3-D01084EEBFD0}"/>
              </a:ext>
            </a:extLst>
          </p:cNvPr>
          <p:cNvGrpSpPr/>
          <p:nvPr/>
        </p:nvGrpSpPr>
        <p:grpSpPr>
          <a:xfrm>
            <a:off x="5219612" y="123104"/>
            <a:ext cx="1628214" cy="1622161"/>
            <a:chOff x="7049844" y="1946101"/>
            <a:chExt cx="1628214" cy="1622161"/>
          </a:xfrm>
        </p:grpSpPr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10B71E30-F400-498D-92E0-B020FFEB9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66477">
              <a:off x="7049844" y="1946101"/>
              <a:ext cx="1628214" cy="1622161"/>
            </a:xfrm>
            <a:prstGeom prst="rect">
              <a:avLst/>
            </a:prstGeom>
          </p:spPr>
        </p:pic>
        <p:sp>
          <p:nvSpPr>
            <p:cNvPr id="266" name="ZoneTexte 265">
              <a:extLst>
                <a:ext uri="{FF2B5EF4-FFF2-40B4-BE49-F238E27FC236}">
                  <a16:creationId xmlns:a16="http://schemas.microsoft.com/office/drawing/2014/main" id="{3A3E5374-981F-400C-87A5-516FD4872A96}"/>
                </a:ext>
              </a:extLst>
            </p:cNvPr>
            <p:cNvSpPr txBox="1"/>
            <p:nvPr/>
          </p:nvSpPr>
          <p:spPr>
            <a:xfrm rot="20945197">
              <a:off x="7187740" y="2108657"/>
              <a:ext cx="1308361" cy="1044851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algn="ctr"/>
              <a:r>
                <a:rPr lang="fr-FR" sz="1600" dirty="0">
                  <a:solidFill>
                    <a:srgbClr val="49648C"/>
                  </a:solidFill>
                  <a:latin typeface="Freestyle Script" panose="030804020302050B0404" pitchFamily="66" charset="0"/>
                </a:rPr>
                <a:t>Mon portefeuille de compétences</a:t>
              </a:r>
            </a:p>
          </p:txBody>
        </p:sp>
      </p:grpSp>
      <p:sp>
        <p:nvSpPr>
          <p:cNvPr id="74" name="Titre 9">
            <a:extLst>
              <a:ext uri="{FF2B5EF4-FFF2-40B4-BE49-F238E27FC236}">
                <a16:creationId xmlns:a16="http://schemas.microsoft.com/office/drawing/2014/main" id="{F4983649-4113-416A-BD92-4DC3A90AE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499" y="642290"/>
            <a:ext cx="5378146" cy="911361"/>
          </a:xfrm>
        </p:spPr>
        <p:txBody>
          <a:bodyPr/>
          <a:lstStyle/>
          <a:p>
            <a:r>
              <a:rPr lang="fr-FR" sz="2400" dirty="0">
                <a:latin typeface="Calibri" panose="020F0502020204030204" pitchFamily="34" charset="0"/>
              </a:rPr>
              <a:t>Métier « Architecture »</a:t>
            </a:r>
          </a:p>
        </p:txBody>
      </p:sp>
      <p:grpSp>
        <p:nvGrpSpPr>
          <p:cNvPr id="98" name="Groupe 212">
            <a:extLst>
              <a:ext uri="{FF2B5EF4-FFF2-40B4-BE49-F238E27FC236}">
                <a16:creationId xmlns:a16="http://schemas.microsoft.com/office/drawing/2014/main" id="{F8AEABE9-8700-440C-8BAE-2D88EFF055D5}"/>
              </a:ext>
            </a:extLst>
          </p:cNvPr>
          <p:cNvGrpSpPr/>
          <p:nvPr/>
        </p:nvGrpSpPr>
        <p:grpSpPr>
          <a:xfrm>
            <a:off x="4981654" y="6282873"/>
            <a:ext cx="734203" cy="144002"/>
            <a:chOff x="5151823" y="4106774"/>
            <a:chExt cx="734203" cy="144002"/>
          </a:xfrm>
        </p:grpSpPr>
        <p:sp>
          <p:nvSpPr>
            <p:cNvPr id="100" name="Ellipse 200">
              <a:extLst>
                <a:ext uri="{FF2B5EF4-FFF2-40B4-BE49-F238E27FC236}">
                  <a16:creationId xmlns:a16="http://schemas.microsoft.com/office/drawing/2014/main" id="{33CB4843-43BE-4F1E-8404-0CC9EACE8D16}"/>
                </a:ext>
              </a:extLst>
            </p:cNvPr>
            <p:cNvSpPr/>
            <p:nvPr/>
          </p:nvSpPr>
          <p:spPr>
            <a:xfrm>
              <a:off x="5151823" y="410677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01" name="Ellipse 201">
              <a:extLst>
                <a:ext uri="{FF2B5EF4-FFF2-40B4-BE49-F238E27FC236}">
                  <a16:creationId xmlns:a16="http://schemas.microsoft.com/office/drawing/2014/main" id="{BBF9DE68-34F4-4F85-8CC7-BAD174254624}"/>
                </a:ext>
              </a:extLst>
            </p:cNvPr>
            <p:cNvSpPr/>
            <p:nvPr/>
          </p:nvSpPr>
          <p:spPr>
            <a:xfrm>
              <a:off x="5348558" y="410677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02" name="Ellipse 202">
              <a:extLst>
                <a:ext uri="{FF2B5EF4-FFF2-40B4-BE49-F238E27FC236}">
                  <a16:creationId xmlns:a16="http://schemas.microsoft.com/office/drawing/2014/main" id="{3B765761-8D43-4EFE-8436-C525FFC63757}"/>
                </a:ext>
              </a:extLst>
            </p:cNvPr>
            <p:cNvSpPr/>
            <p:nvPr/>
          </p:nvSpPr>
          <p:spPr>
            <a:xfrm>
              <a:off x="5545292" y="4106774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03" name="Ellipse 203">
              <a:extLst>
                <a:ext uri="{FF2B5EF4-FFF2-40B4-BE49-F238E27FC236}">
                  <a16:creationId xmlns:a16="http://schemas.microsoft.com/office/drawing/2014/main" id="{CD1CAE94-6A24-4E6F-ABED-622859CC1F94}"/>
                </a:ext>
              </a:extLst>
            </p:cNvPr>
            <p:cNvSpPr/>
            <p:nvPr/>
          </p:nvSpPr>
          <p:spPr>
            <a:xfrm>
              <a:off x="5742026" y="410677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93" name="Groupe 212">
            <a:extLst>
              <a:ext uri="{FF2B5EF4-FFF2-40B4-BE49-F238E27FC236}">
                <a16:creationId xmlns:a16="http://schemas.microsoft.com/office/drawing/2014/main" id="{CEE62B64-A3E5-4F65-94D0-419996FF047C}"/>
              </a:ext>
            </a:extLst>
          </p:cNvPr>
          <p:cNvGrpSpPr/>
          <p:nvPr/>
        </p:nvGrpSpPr>
        <p:grpSpPr>
          <a:xfrm>
            <a:off x="4970553" y="4247306"/>
            <a:ext cx="734203" cy="144002"/>
            <a:chOff x="5151823" y="4106774"/>
            <a:chExt cx="734203" cy="144002"/>
          </a:xfrm>
        </p:grpSpPr>
        <p:sp>
          <p:nvSpPr>
            <p:cNvPr id="94" name="Ellipse 200">
              <a:extLst>
                <a:ext uri="{FF2B5EF4-FFF2-40B4-BE49-F238E27FC236}">
                  <a16:creationId xmlns:a16="http://schemas.microsoft.com/office/drawing/2014/main" id="{2E000844-1F4C-4F3E-B0D1-35ACB21B6586}"/>
                </a:ext>
              </a:extLst>
            </p:cNvPr>
            <p:cNvSpPr/>
            <p:nvPr/>
          </p:nvSpPr>
          <p:spPr>
            <a:xfrm>
              <a:off x="5151823" y="410677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95" name="Ellipse 201">
              <a:extLst>
                <a:ext uri="{FF2B5EF4-FFF2-40B4-BE49-F238E27FC236}">
                  <a16:creationId xmlns:a16="http://schemas.microsoft.com/office/drawing/2014/main" id="{38D4CFDD-DA71-461D-AFE7-E518DD38C266}"/>
                </a:ext>
              </a:extLst>
            </p:cNvPr>
            <p:cNvSpPr/>
            <p:nvPr/>
          </p:nvSpPr>
          <p:spPr>
            <a:xfrm>
              <a:off x="5348558" y="410677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96" name="Ellipse 202">
              <a:extLst>
                <a:ext uri="{FF2B5EF4-FFF2-40B4-BE49-F238E27FC236}">
                  <a16:creationId xmlns:a16="http://schemas.microsoft.com/office/drawing/2014/main" id="{0B98CFB1-87E9-4044-98A9-8BF1C615FCF1}"/>
                </a:ext>
              </a:extLst>
            </p:cNvPr>
            <p:cNvSpPr/>
            <p:nvPr/>
          </p:nvSpPr>
          <p:spPr>
            <a:xfrm>
              <a:off x="5545292" y="4106774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97" name="Ellipse 203">
              <a:extLst>
                <a:ext uri="{FF2B5EF4-FFF2-40B4-BE49-F238E27FC236}">
                  <a16:creationId xmlns:a16="http://schemas.microsoft.com/office/drawing/2014/main" id="{78F3CA04-B8F0-4D7A-A70E-26DA3249CA3A}"/>
                </a:ext>
              </a:extLst>
            </p:cNvPr>
            <p:cNvSpPr/>
            <p:nvPr/>
          </p:nvSpPr>
          <p:spPr>
            <a:xfrm>
              <a:off x="5742026" y="410677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115" name="Groupe 214">
            <a:extLst>
              <a:ext uri="{FF2B5EF4-FFF2-40B4-BE49-F238E27FC236}">
                <a16:creationId xmlns:a16="http://schemas.microsoft.com/office/drawing/2014/main" id="{DC37DB31-8BDC-44E7-B5CB-8E3CBCCCB5C7}"/>
              </a:ext>
            </a:extLst>
          </p:cNvPr>
          <p:cNvGrpSpPr/>
          <p:nvPr/>
        </p:nvGrpSpPr>
        <p:grpSpPr>
          <a:xfrm>
            <a:off x="4970553" y="3899505"/>
            <a:ext cx="734203" cy="144000"/>
            <a:chOff x="5191833" y="3537026"/>
            <a:chExt cx="734203" cy="144000"/>
          </a:xfrm>
        </p:grpSpPr>
        <p:sp>
          <p:nvSpPr>
            <p:cNvPr id="116" name="Ellipse 215">
              <a:extLst>
                <a:ext uri="{FF2B5EF4-FFF2-40B4-BE49-F238E27FC236}">
                  <a16:creationId xmlns:a16="http://schemas.microsoft.com/office/drawing/2014/main" id="{04948947-0ACD-4889-BB4D-7257F9F05643}"/>
                </a:ext>
              </a:extLst>
            </p:cNvPr>
            <p:cNvSpPr/>
            <p:nvPr/>
          </p:nvSpPr>
          <p:spPr>
            <a:xfrm>
              <a:off x="5191833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17" name="Ellipse 216">
              <a:extLst>
                <a:ext uri="{FF2B5EF4-FFF2-40B4-BE49-F238E27FC236}">
                  <a16:creationId xmlns:a16="http://schemas.microsoft.com/office/drawing/2014/main" id="{7F4594D4-BE1E-48C5-911B-0CB6D87FCAAC}"/>
                </a:ext>
              </a:extLst>
            </p:cNvPr>
            <p:cNvSpPr/>
            <p:nvPr/>
          </p:nvSpPr>
          <p:spPr>
            <a:xfrm>
              <a:off x="5388568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18" name="Ellipse 217">
              <a:extLst>
                <a:ext uri="{FF2B5EF4-FFF2-40B4-BE49-F238E27FC236}">
                  <a16:creationId xmlns:a16="http://schemas.microsoft.com/office/drawing/2014/main" id="{A1681D11-C90A-43DD-B690-18F62DD9A2A7}"/>
                </a:ext>
              </a:extLst>
            </p:cNvPr>
            <p:cNvSpPr/>
            <p:nvPr/>
          </p:nvSpPr>
          <p:spPr>
            <a:xfrm>
              <a:off x="5585302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19" name="Ellipse 218">
              <a:extLst>
                <a:ext uri="{FF2B5EF4-FFF2-40B4-BE49-F238E27FC236}">
                  <a16:creationId xmlns:a16="http://schemas.microsoft.com/office/drawing/2014/main" id="{D6AEA3E2-CA83-4E98-BB56-8E3D28AD436F}"/>
                </a:ext>
              </a:extLst>
            </p:cNvPr>
            <p:cNvSpPr/>
            <p:nvPr/>
          </p:nvSpPr>
          <p:spPr>
            <a:xfrm>
              <a:off x="5782036" y="353702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120" name="Groupe 214">
            <a:extLst>
              <a:ext uri="{FF2B5EF4-FFF2-40B4-BE49-F238E27FC236}">
                <a16:creationId xmlns:a16="http://schemas.microsoft.com/office/drawing/2014/main" id="{5FA48BFE-FEE6-434F-9D66-1749157ECFFC}"/>
              </a:ext>
            </a:extLst>
          </p:cNvPr>
          <p:cNvGrpSpPr/>
          <p:nvPr/>
        </p:nvGrpSpPr>
        <p:grpSpPr>
          <a:xfrm>
            <a:off x="4970553" y="3551704"/>
            <a:ext cx="734203" cy="144000"/>
            <a:chOff x="5191833" y="3537026"/>
            <a:chExt cx="734203" cy="144000"/>
          </a:xfrm>
        </p:grpSpPr>
        <p:sp>
          <p:nvSpPr>
            <p:cNvPr id="121" name="Ellipse 215">
              <a:extLst>
                <a:ext uri="{FF2B5EF4-FFF2-40B4-BE49-F238E27FC236}">
                  <a16:creationId xmlns:a16="http://schemas.microsoft.com/office/drawing/2014/main" id="{48ACF39C-7A20-4927-BF92-87C0EC3A5B40}"/>
                </a:ext>
              </a:extLst>
            </p:cNvPr>
            <p:cNvSpPr/>
            <p:nvPr/>
          </p:nvSpPr>
          <p:spPr>
            <a:xfrm>
              <a:off x="5191833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22" name="Ellipse 216">
              <a:extLst>
                <a:ext uri="{FF2B5EF4-FFF2-40B4-BE49-F238E27FC236}">
                  <a16:creationId xmlns:a16="http://schemas.microsoft.com/office/drawing/2014/main" id="{59AF2A99-2712-449B-8391-D48B31C0BFE5}"/>
                </a:ext>
              </a:extLst>
            </p:cNvPr>
            <p:cNvSpPr/>
            <p:nvPr/>
          </p:nvSpPr>
          <p:spPr>
            <a:xfrm>
              <a:off x="5388568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23" name="Ellipse 217">
              <a:extLst>
                <a:ext uri="{FF2B5EF4-FFF2-40B4-BE49-F238E27FC236}">
                  <a16:creationId xmlns:a16="http://schemas.microsoft.com/office/drawing/2014/main" id="{ADD73EE7-0F7A-4A49-96F2-81F7D734C53D}"/>
                </a:ext>
              </a:extLst>
            </p:cNvPr>
            <p:cNvSpPr/>
            <p:nvPr/>
          </p:nvSpPr>
          <p:spPr>
            <a:xfrm>
              <a:off x="5585302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24" name="Ellipse 218">
              <a:extLst>
                <a:ext uri="{FF2B5EF4-FFF2-40B4-BE49-F238E27FC236}">
                  <a16:creationId xmlns:a16="http://schemas.microsoft.com/office/drawing/2014/main" id="{62C25BF9-C67E-432B-8DA0-A6C66190333D}"/>
                </a:ext>
              </a:extLst>
            </p:cNvPr>
            <p:cNvSpPr/>
            <p:nvPr/>
          </p:nvSpPr>
          <p:spPr>
            <a:xfrm>
              <a:off x="5782036" y="353702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125" name="Groupe 214">
            <a:extLst>
              <a:ext uri="{FF2B5EF4-FFF2-40B4-BE49-F238E27FC236}">
                <a16:creationId xmlns:a16="http://schemas.microsoft.com/office/drawing/2014/main" id="{8541A791-16E5-4819-93B3-ADFE3130DA22}"/>
              </a:ext>
            </a:extLst>
          </p:cNvPr>
          <p:cNvGrpSpPr/>
          <p:nvPr/>
        </p:nvGrpSpPr>
        <p:grpSpPr>
          <a:xfrm>
            <a:off x="4970553" y="4595109"/>
            <a:ext cx="734203" cy="144000"/>
            <a:chOff x="5191833" y="3537026"/>
            <a:chExt cx="734203" cy="144000"/>
          </a:xfrm>
        </p:grpSpPr>
        <p:sp>
          <p:nvSpPr>
            <p:cNvPr id="126" name="Ellipse 215">
              <a:extLst>
                <a:ext uri="{FF2B5EF4-FFF2-40B4-BE49-F238E27FC236}">
                  <a16:creationId xmlns:a16="http://schemas.microsoft.com/office/drawing/2014/main" id="{54137170-CA84-449D-AECB-F2189036C6AB}"/>
                </a:ext>
              </a:extLst>
            </p:cNvPr>
            <p:cNvSpPr/>
            <p:nvPr/>
          </p:nvSpPr>
          <p:spPr>
            <a:xfrm>
              <a:off x="5191833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27" name="Ellipse 216">
              <a:extLst>
                <a:ext uri="{FF2B5EF4-FFF2-40B4-BE49-F238E27FC236}">
                  <a16:creationId xmlns:a16="http://schemas.microsoft.com/office/drawing/2014/main" id="{2D260F0A-7CDC-4464-84D6-EED2C61D8402}"/>
                </a:ext>
              </a:extLst>
            </p:cNvPr>
            <p:cNvSpPr/>
            <p:nvPr/>
          </p:nvSpPr>
          <p:spPr>
            <a:xfrm>
              <a:off x="5388568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28" name="Ellipse 217">
              <a:extLst>
                <a:ext uri="{FF2B5EF4-FFF2-40B4-BE49-F238E27FC236}">
                  <a16:creationId xmlns:a16="http://schemas.microsoft.com/office/drawing/2014/main" id="{537AEAE2-F0A4-4E19-9834-91828A9C0F35}"/>
                </a:ext>
              </a:extLst>
            </p:cNvPr>
            <p:cNvSpPr/>
            <p:nvPr/>
          </p:nvSpPr>
          <p:spPr>
            <a:xfrm>
              <a:off x="5585302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29" name="Ellipse 218">
              <a:extLst>
                <a:ext uri="{FF2B5EF4-FFF2-40B4-BE49-F238E27FC236}">
                  <a16:creationId xmlns:a16="http://schemas.microsoft.com/office/drawing/2014/main" id="{4892F84B-8CE8-4DA1-B61A-E7A386A9CBD5}"/>
                </a:ext>
              </a:extLst>
            </p:cNvPr>
            <p:cNvSpPr/>
            <p:nvPr/>
          </p:nvSpPr>
          <p:spPr>
            <a:xfrm>
              <a:off x="5782036" y="353702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130" name="Groupe 214">
            <a:extLst>
              <a:ext uri="{FF2B5EF4-FFF2-40B4-BE49-F238E27FC236}">
                <a16:creationId xmlns:a16="http://schemas.microsoft.com/office/drawing/2014/main" id="{A57E4259-53BC-427C-9348-596617995830}"/>
              </a:ext>
            </a:extLst>
          </p:cNvPr>
          <p:cNvGrpSpPr/>
          <p:nvPr/>
        </p:nvGrpSpPr>
        <p:grpSpPr>
          <a:xfrm>
            <a:off x="4981654" y="6882413"/>
            <a:ext cx="734203" cy="144000"/>
            <a:chOff x="5191833" y="3537026"/>
            <a:chExt cx="734203" cy="144000"/>
          </a:xfrm>
        </p:grpSpPr>
        <p:sp>
          <p:nvSpPr>
            <p:cNvPr id="131" name="Ellipse 215">
              <a:extLst>
                <a:ext uri="{FF2B5EF4-FFF2-40B4-BE49-F238E27FC236}">
                  <a16:creationId xmlns:a16="http://schemas.microsoft.com/office/drawing/2014/main" id="{4043DAC0-9E7E-4AF5-BD43-CB85A83E8426}"/>
                </a:ext>
              </a:extLst>
            </p:cNvPr>
            <p:cNvSpPr/>
            <p:nvPr/>
          </p:nvSpPr>
          <p:spPr>
            <a:xfrm>
              <a:off x="5191833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32" name="Ellipse 216">
              <a:extLst>
                <a:ext uri="{FF2B5EF4-FFF2-40B4-BE49-F238E27FC236}">
                  <a16:creationId xmlns:a16="http://schemas.microsoft.com/office/drawing/2014/main" id="{C6031BC9-BFFA-4036-B15E-699E86A76528}"/>
                </a:ext>
              </a:extLst>
            </p:cNvPr>
            <p:cNvSpPr/>
            <p:nvPr/>
          </p:nvSpPr>
          <p:spPr>
            <a:xfrm>
              <a:off x="5388568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33" name="Ellipse 217">
              <a:extLst>
                <a:ext uri="{FF2B5EF4-FFF2-40B4-BE49-F238E27FC236}">
                  <a16:creationId xmlns:a16="http://schemas.microsoft.com/office/drawing/2014/main" id="{36260DDF-6F58-4EF8-841B-5A7E972F4EFB}"/>
                </a:ext>
              </a:extLst>
            </p:cNvPr>
            <p:cNvSpPr/>
            <p:nvPr/>
          </p:nvSpPr>
          <p:spPr>
            <a:xfrm>
              <a:off x="5585302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34" name="Ellipse 218">
              <a:extLst>
                <a:ext uri="{FF2B5EF4-FFF2-40B4-BE49-F238E27FC236}">
                  <a16:creationId xmlns:a16="http://schemas.microsoft.com/office/drawing/2014/main" id="{B657CA6E-67DA-4786-85C1-247DBC674243}"/>
                </a:ext>
              </a:extLst>
            </p:cNvPr>
            <p:cNvSpPr/>
            <p:nvPr/>
          </p:nvSpPr>
          <p:spPr>
            <a:xfrm>
              <a:off x="5782036" y="353702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135" name="Groupe 214">
            <a:extLst>
              <a:ext uri="{FF2B5EF4-FFF2-40B4-BE49-F238E27FC236}">
                <a16:creationId xmlns:a16="http://schemas.microsoft.com/office/drawing/2014/main" id="{4F8EE1AE-DC9B-4664-8E06-176DE9C3C185}"/>
              </a:ext>
            </a:extLst>
          </p:cNvPr>
          <p:cNvGrpSpPr/>
          <p:nvPr/>
        </p:nvGrpSpPr>
        <p:grpSpPr>
          <a:xfrm>
            <a:off x="4981654" y="5983106"/>
            <a:ext cx="734203" cy="144000"/>
            <a:chOff x="5191833" y="3537026"/>
            <a:chExt cx="734203" cy="144000"/>
          </a:xfrm>
        </p:grpSpPr>
        <p:sp>
          <p:nvSpPr>
            <p:cNvPr id="136" name="Ellipse 215">
              <a:extLst>
                <a:ext uri="{FF2B5EF4-FFF2-40B4-BE49-F238E27FC236}">
                  <a16:creationId xmlns:a16="http://schemas.microsoft.com/office/drawing/2014/main" id="{F8EA490B-9B24-4501-BB18-AF53C15633A7}"/>
                </a:ext>
              </a:extLst>
            </p:cNvPr>
            <p:cNvSpPr/>
            <p:nvPr/>
          </p:nvSpPr>
          <p:spPr>
            <a:xfrm>
              <a:off x="5191833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37" name="Ellipse 216">
              <a:extLst>
                <a:ext uri="{FF2B5EF4-FFF2-40B4-BE49-F238E27FC236}">
                  <a16:creationId xmlns:a16="http://schemas.microsoft.com/office/drawing/2014/main" id="{CEBF741B-26A9-481A-9CDE-8689074D7EF1}"/>
                </a:ext>
              </a:extLst>
            </p:cNvPr>
            <p:cNvSpPr/>
            <p:nvPr/>
          </p:nvSpPr>
          <p:spPr>
            <a:xfrm>
              <a:off x="5388568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38" name="Ellipse 217">
              <a:extLst>
                <a:ext uri="{FF2B5EF4-FFF2-40B4-BE49-F238E27FC236}">
                  <a16:creationId xmlns:a16="http://schemas.microsoft.com/office/drawing/2014/main" id="{836A9B1C-D1AE-45B9-924F-F26D06CB0B27}"/>
                </a:ext>
              </a:extLst>
            </p:cNvPr>
            <p:cNvSpPr/>
            <p:nvPr/>
          </p:nvSpPr>
          <p:spPr>
            <a:xfrm>
              <a:off x="5585302" y="353702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39" name="Ellipse 218">
              <a:extLst>
                <a:ext uri="{FF2B5EF4-FFF2-40B4-BE49-F238E27FC236}">
                  <a16:creationId xmlns:a16="http://schemas.microsoft.com/office/drawing/2014/main" id="{0D0585AE-8900-4DBB-BD9A-2F15397C0D94}"/>
                </a:ext>
              </a:extLst>
            </p:cNvPr>
            <p:cNvSpPr/>
            <p:nvPr/>
          </p:nvSpPr>
          <p:spPr>
            <a:xfrm>
              <a:off x="5782036" y="353702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140" name="Groupe 212">
            <a:extLst>
              <a:ext uri="{FF2B5EF4-FFF2-40B4-BE49-F238E27FC236}">
                <a16:creationId xmlns:a16="http://schemas.microsoft.com/office/drawing/2014/main" id="{4DB9174E-A78D-4E1F-BA24-8EA07E5D71D0}"/>
              </a:ext>
            </a:extLst>
          </p:cNvPr>
          <p:cNvGrpSpPr/>
          <p:nvPr/>
        </p:nvGrpSpPr>
        <p:grpSpPr>
          <a:xfrm>
            <a:off x="4981654" y="6582643"/>
            <a:ext cx="734203" cy="144002"/>
            <a:chOff x="5151823" y="4106774"/>
            <a:chExt cx="734203" cy="144002"/>
          </a:xfrm>
        </p:grpSpPr>
        <p:sp>
          <p:nvSpPr>
            <p:cNvPr id="141" name="Ellipse 200">
              <a:extLst>
                <a:ext uri="{FF2B5EF4-FFF2-40B4-BE49-F238E27FC236}">
                  <a16:creationId xmlns:a16="http://schemas.microsoft.com/office/drawing/2014/main" id="{3AAC65A0-F1D9-47D0-9FC7-5F6C9466CA36}"/>
                </a:ext>
              </a:extLst>
            </p:cNvPr>
            <p:cNvSpPr/>
            <p:nvPr/>
          </p:nvSpPr>
          <p:spPr>
            <a:xfrm>
              <a:off x="5151823" y="410677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42" name="Ellipse 201">
              <a:extLst>
                <a:ext uri="{FF2B5EF4-FFF2-40B4-BE49-F238E27FC236}">
                  <a16:creationId xmlns:a16="http://schemas.microsoft.com/office/drawing/2014/main" id="{5757E694-3E7D-4800-9280-61958845E5C2}"/>
                </a:ext>
              </a:extLst>
            </p:cNvPr>
            <p:cNvSpPr/>
            <p:nvPr/>
          </p:nvSpPr>
          <p:spPr>
            <a:xfrm>
              <a:off x="5348558" y="410677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43" name="Ellipse 202">
              <a:extLst>
                <a:ext uri="{FF2B5EF4-FFF2-40B4-BE49-F238E27FC236}">
                  <a16:creationId xmlns:a16="http://schemas.microsoft.com/office/drawing/2014/main" id="{48A76F82-2D42-4D7D-BD00-FC464FCC72D6}"/>
                </a:ext>
              </a:extLst>
            </p:cNvPr>
            <p:cNvSpPr/>
            <p:nvPr/>
          </p:nvSpPr>
          <p:spPr>
            <a:xfrm>
              <a:off x="5545292" y="4106774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44" name="Ellipse 203">
              <a:extLst>
                <a:ext uri="{FF2B5EF4-FFF2-40B4-BE49-F238E27FC236}">
                  <a16:creationId xmlns:a16="http://schemas.microsoft.com/office/drawing/2014/main" id="{A126F556-EAD7-495A-97CA-E3CDFDBBCC56}"/>
                </a:ext>
              </a:extLst>
            </p:cNvPr>
            <p:cNvSpPr/>
            <p:nvPr/>
          </p:nvSpPr>
          <p:spPr>
            <a:xfrm>
              <a:off x="5742026" y="410677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  <p:grpSp>
        <p:nvGrpSpPr>
          <p:cNvPr id="145" name="Groupe 212">
            <a:extLst>
              <a:ext uri="{FF2B5EF4-FFF2-40B4-BE49-F238E27FC236}">
                <a16:creationId xmlns:a16="http://schemas.microsoft.com/office/drawing/2014/main" id="{AE4A72D9-F49A-4887-A015-93A892963875}"/>
              </a:ext>
            </a:extLst>
          </p:cNvPr>
          <p:cNvGrpSpPr/>
          <p:nvPr/>
        </p:nvGrpSpPr>
        <p:grpSpPr>
          <a:xfrm>
            <a:off x="4970553" y="4942911"/>
            <a:ext cx="734203" cy="144002"/>
            <a:chOff x="5151823" y="4106774"/>
            <a:chExt cx="734203" cy="144002"/>
          </a:xfrm>
        </p:grpSpPr>
        <p:sp>
          <p:nvSpPr>
            <p:cNvPr id="146" name="Ellipse 200">
              <a:extLst>
                <a:ext uri="{FF2B5EF4-FFF2-40B4-BE49-F238E27FC236}">
                  <a16:creationId xmlns:a16="http://schemas.microsoft.com/office/drawing/2014/main" id="{8BC9DB5D-21BD-45F8-8D79-48D7CB48D42D}"/>
                </a:ext>
              </a:extLst>
            </p:cNvPr>
            <p:cNvSpPr/>
            <p:nvPr/>
          </p:nvSpPr>
          <p:spPr>
            <a:xfrm>
              <a:off x="5151823" y="410677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47" name="Ellipse 201">
              <a:extLst>
                <a:ext uri="{FF2B5EF4-FFF2-40B4-BE49-F238E27FC236}">
                  <a16:creationId xmlns:a16="http://schemas.microsoft.com/office/drawing/2014/main" id="{DA634A1F-939C-404A-9EC3-F8337CC7601B}"/>
                </a:ext>
              </a:extLst>
            </p:cNvPr>
            <p:cNvSpPr/>
            <p:nvPr/>
          </p:nvSpPr>
          <p:spPr>
            <a:xfrm>
              <a:off x="5348558" y="4106776"/>
              <a:ext cx="144000" cy="144000"/>
            </a:xfrm>
            <a:prstGeom prst="ellipse">
              <a:avLst/>
            </a:prstGeom>
            <a:solidFill>
              <a:srgbClr val="49648C"/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48" name="Ellipse 202">
              <a:extLst>
                <a:ext uri="{FF2B5EF4-FFF2-40B4-BE49-F238E27FC236}">
                  <a16:creationId xmlns:a16="http://schemas.microsoft.com/office/drawing/2014/main" id="{A7A9471D-2854-40E5-9AA6-BFEDFEC186AD}"/>
                </a:ext>
              </a:extLst>
            </p:cNvPr>
            <p:cNvSpPr/>
            <p:nvPr/>
          </p:nvSpPr>
          <p:spPr>
            <a:xfrm>
              <a:off x="5545292" y="4106774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  <p:sp>
          <p:nvSpPr>
            <p:cNvPr id="149" name="Ellipse 203">
              <a:extLst>
                <a:ext uri="{FF2B5EF4-FFF2-40B4-BE49-F238E27FC236}">
                  <a16:creationId xmlns:a16="http://schemas.microsoft.com/office/drawing/2014/main" id="{E04B7D9B-923C-4E51-B1DE-E316E0446FE7}"/>
                </a:ext>
              </a:extLst>
            </p:cNvPr>
            <p:cNvSpPr/>
            <p:nvPr/>
          </p:nvSpPr>
          <p:spPr>
            <a:xfrm>
              <a:off x="5742026" y="4106776"/>
              <a:ext cx="144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100"/>
                </a:spcBef>
                <a:spcAft>
                  <a:spcPts val="100"/>
                </a:spcAft>
              </a:pPr>
              <a:endParaRPr lang="fr-F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26724056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A30040DD6D6E4D810AC048F928BDD9" ma:contentTypeVersion="2" ma:contentTypeDescription="Crée un document." ma:contentTypeScope="" ma:versionID="4b2253b6cf96669b3edaa88886dea887">
  <xsd:schema xmlns:xsd="http://www.w3.org/2001/XMLSchema" xmlns:xs="http://www.w3.org/2001/XMLSchema" xmlns:p="http://schemas.microsoft.com/office/2006/metadata/properties" xmlns:ns2="56e4d821-2a0a-402a-a469-85b3e7d4a95e" targetNamespace="http://schemas.microsoft.com/office/2006/metadata/properties" ma:root="true" ma:fieldsID="26d15b5ae4ad81d941cefd7656677ad7" ns2:_="">
    <xsd:import namespace="56e4d821-2a0a-402a-a469-85b3e7d4a9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e4d821-2a0a-402a-a469-85b3e7d4a9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308D718-F4C2-478B-9DFD-CD613FD17587}">
  <ds:schemaRefs>
    <ds:schemaRef ds:uri="http://purl.org/dc/terms/"/>
    <ds:schemaRef ds:uri="http://schemas.openxmlformats.org/package/2006/metadata/core-properties"/>
    <ds:schemaRef ds:uri="26f16c74-d607-4e5d-b060-f9159143289a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702cd50-aee6-4bec-b9f0-41c7ad225033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63F0231-16C1-42AE-A457-ACBD571881BB}"/>
</file>

<file path=customXml/itemProps3.xml><?xml version="1.0" encoding="utf-8"?>
<ds:datastoreItem xmlns:ds="http://schemas.openxmlformats.org/officeDocument/2006/customXml" ds:itemID="{D0043173-0E86-4FAB-8F9B-5DF8531D3B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273</Words>
  <Application>Microsoft Office PowerPoint</Application>
  <PresentationFormat>Affichage à l'écran (4:3)</PresentationFormat>
  <Paragraphs>50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Freestyle Script</vt:lpstr>
      <vt:lpstr>Wingdings</vt:lpstr>
      <vt:lpstr>1_Thème Office</vt:lpstr>
      <vt:lpstr>Métier «  Architecture »</vt:lpstr>
      <vt:lpstr>Métier « Architecture 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Référentiel  des Métiers et Compétences</dc:title>
  <dc:creator>Boissinot, Raphael</dc:creator>
  <cp:lastModifiedBy>Boissinot, Raphael</cp:lastModifiedBy>
  <cp:revision>155</cp:revision>
  <cp:lastPrinted>2019-08-05T13:08:43Z</cp:lastPrinted>
  <dcterms:created xsi:type="dcterms:W3CDTF">2019-07-25T15:47:47Z</dcterms:created>
  <dcterms:modified xsi:type="dcterms:W3CDTF">2020-01-26T17:50:37Z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0x01010058A30040DD6D6E4D810AC048F928BDD9</vt:lpwstr>
  </property>
</Properties>
</file>